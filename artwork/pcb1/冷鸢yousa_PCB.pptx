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011400" cy="95059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814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797306A-4E58-4C69-A387-3ABBB9AC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140" y="3591137"/>
            <a:ext cx="12009120" cy="137308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BD96F55-9940-4C71-93F0-9683B0B6B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1710" y="5228273"/>
            <a:ext cx="10507980" cy="105621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42CA9B5-8382-4EA6-BD83-F085EE49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140" y="3960813"/>
            <a:ext cx="12009120" cy="15843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4092DEE-8955-49D2-8062-ECB2B5A94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391" y="739352"/>
            <a:ext cx="13322618" cy="116183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B8CBE5A-CBB6-4C99-877F-9D4364F34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391" y="2640542"/>
            <a:ext cx="13322618" cy="59148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46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1pPr>
            <a:lvl2pPr marL="65674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2pPr>
            <a:lvl3pPr marL="103203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3pPr>
            <a:lvl4pPr marL="140731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4pPr>
            <a:lvl5pPr marL="178260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5pPr>
            <a:lvl6pPr marL="215788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6pPr>
            <a:lvl7pPr marL="253317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7pPr>
            <a:lvl8pPr marL="290845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8pPr>
            <a:lvl9pPr marL="328374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F9BB89-9C07-4897-B0A4-7849BC034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391" y="739352"/>
            <a:ext cx="13322618" cy="116183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2BC3625-A24F-4A52-9F1D-C6E0ECB5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391" y="2640542"/>
            <a:ext cx="6192203" cy="59148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46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1pPr>
            <a:lvl2pPr marL="65674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2pPr>
            <a:lvl3pPr marL="103203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3pPr>
            <a:lvl4pPr marL="140731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4pPr>
            <a:lvl5pPr marL="178260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5pPr>
            <a:lvl6pPr marL="215788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6pPr>
            <a:lvl7pPr marL="253317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7pPr>
            <a:lvl8pPr marL="290845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8pPr>
            <a:lvl9pPr marL="328374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F7055E1-76F7-45C6-A610-7154F247F06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974806" y="2640542"/>
            <a:ext cx="6192203" cy="59148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46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1pPr>
            <a:lvl2pPr marL="65674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2pPr>
            <a:lvl3pPr marL="103203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3pPr>
            <a:lvl4pPr marL="140731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4pPr>
            <a:lvl5pPr marL="178260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5pPr>
            <a:lvl6pPr marL="215788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6pPr>
            <a:lvl7pPr marL="253317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7pPr>
            <a:lvl8pPr marL="290845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8pPr>
            <a:lvl9pPr marL="328374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A92CFBD-F172-4DC5-9B16-8E47FF96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391" y="739352"/>
            <a:ext cx="13322618" cy="116183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0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9FADA1-7E1C-4498-9145-B6B4DB93E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391" y="2640542"/>
            <a:ext cx="6192203" cy="59148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46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1pPr>
            <a:lvl2pPr marL="65674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2pPr>
            <a:lvl3pPr marL="103203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3pPr>
            <a:lvl4pPr marL="140731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4pPr>
            <a:lvl5pPr marL="178260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5pPr>
            <a:lvl6pPr marL="215788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6pPr>
            <a:lvl7pPr marL="253317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7pPr>
            <a:lvl8pPr marL="2908459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8pPr>
            <a:lvl9pPr marL="3283744" indent="-281464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01_外边框">
            <a:extLst>
              <a:ext uri="{FF2B5EF4-FFF2-40B4-BE49-F238E27FC236}">
                <a16:creationId xmlns:a16="http://schemas.microsoft.com/office/drawing/2014/main" id="{5879D8D2-C9B0-4544-AEF9-FC8FC2F268F8}"/>
              </a:ext>
            </a:extLst>
          </p:cNvPr>
          <p:cNvSpPr>
            <a:spLocks noGrp="1"/>
          </p:cNvSpPr>
          <p:nvPr/>
        </p:nvSpPr>
        <p:spPr>
          <a:xfrm>
            <a:off x="295275" y="219075"/>
            <a:ext cx="14411325" cy="9067800"/>
          </a:xfrm>
          <a:custGeom>
            <a:avLst/>
            <a:gdLst/>
            <a:ahLst/>
            <a:cxnLst/>
            <a:rect l="0" t="0" r="0" b="0"/>
            <a:pathLst>
              <a:path w="14411325" h="9067800">
                <a:moveTo>
                  <a:pt x="5743575" y="0"/>
                </a:moveTo>
                <a:lnTo>
                  <a:pt x="485775" y="0"/>
                </a:lnTo>
                <a:cubicBezTo>
                  <a:pt x="209550" y="0"/>
                  <a:pt x="0" y="228600"/>
                  <a:pt x="0" y="504825"/>
                </a:cubicBezTo>
                <a:lnTo>
                  <a:pt x="0" y="8591550"/>
                </a:lnTo>
                <a:cubicBezTo>
                  <a:pt x="0" y="8867775"/>
                  <a:pt x="180975" y="9067800"/>
                  <a:pt x="485775" y="9067800"/>
                </a:cubicBezTo>
                <a:lnTo>
                  <a:pt x="13925550" y="9067800"/>
                </a:lnTo>
                <a:cubicBezTo>
                  <a:pt x="14220825" y="9067800"/>
                  <a:pt x="14411325" y="8867775"/>
                  <a:pt x="14411325" y="8591550"/>
                </a:cubicBezTo>
                <a:lnTo>
                  <a:pt x="14411325" y="504825"/>
                </a:lnTo>
                <a:cubicBezTo>
                  <a:pt x="14411325" y="219075"/>
                  <a:pt x="14201775" y="0"/>
                  <a:pt x="13906500" y="0"/>
                </a:cubicBezTo>
                <a:lnTo>
                  <a:pt x="5962650" y="0"/>
                </a:lnTo>
                <a:lnTo>
                  <a:pt x="5848350" y="238125"/>
                </a:lnTo>
                <a:lnTo>
                  <a:pt x="13906500" y="238125"/>
                </a:lnTo>
                <a:cubicBezTo>
                  <a:pt x="14116050" y="238125"/>
                  <a:pt x="14249400" y="381000"/>
                  <a:pt x="14249400" y="590550"/>
                </a:cubicBezTo>
                <a:lnTo>
                  <a:pt x="14249400" y="8562975"/>
                </a:lnTo>
                <a:cubicBezTo>
                  <a:pt x="14249400" y="8772525"/>
                  <a:pt x="14106525" y="8896350"/>
                  <a:pt x="13906500" y="8896350"/>
                </a:cubicBezTo>
                <a:lnTo>
                  <a:pt x="485775" y="8896350"/>
                </a:lnTo>
                <a:cubicBezTo>
                  <a:pt x="276225" y="8896350"/>
                  <a:pt x="161925" y="8772525"/>
                  <a:pt x="161925" y="8582025"/>
                </a:cubicBezTo>
                <a:lnTo>
                  <a:pt x="161925" y="1476375"/>
                </a:lnTo>
                <a:lnTo>
                  <a:pt x="104775" y="714375"/>
                </a:lnTo>
                <a:lnTo>
                  <a:pt x="104775" y="504825"/>
                </a:lnTo>
                <a:cubicBezTo>
                  <a:pt x="104775" y="285750"/>
                  <a:pt x="257175" y="114300"/>
                  <a:pt x="485775" y="114300"/>
                </a:cubicBezTo>
                <a:lnTo>
                  <a:pt x="5638800" y="114300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" name="02_顶部黑色横幅">
            <a:extLst>
              <a:ext uri="{FF2B5EF4-FFF2-40B4-BE49-F238E27FC236}">
                <a16:creationId xmlns:a16="http://schemas.microsoft.com/office/drawing/2014/main" id="{DF269004-C683-47C6-A491-18635CF97EC0}"/>
              </a:ext>
            </a:extLst>
          </p:cNvPr>
          <p:cNvSpPr>
            <a:spLocks noGrp="1"/>
          </p:cNvSpPr>
          <p:nvPr/>
        </p:nvSpPr>
        <p:spPr>
          <a:xfrm>
            <a:off x="390525" y="219075"/>
            <a:ext cx="6438900" cy="1485900"/>
          </a:xfrm>
          <a:custGeom>
            <a:avLst/>
            <a:gdLst/>
            <a:ahLst/>
            <a:cxnLst/>
            <a:rect l="0" t="0" r="0" b="0"/>
            <a:pathLst>
              <a:path w="6438900" h="1485900">
                <a:moveTo>
                  <a:pt x="0" y="714375"/>
                </a:moveTo>
                <a:cubicBezTo>
                  <a:pt x="133350" y="581025"/>
                  <a:pt x="238125" y="381000"/>
                  <a:pt x="400050" y="352425"/>
                </a:cubicBezTo>
                <a:cubicBezTo>
                  <a:pt x="485775" y="323850"/>
                  <a:pt x="581025" y="342900"/>
                  <a:pt x="695325" y="342900"/>
                </a:cubicBezTo>
                <a:lnTo>
                  <a:pt x="5362575" y="342900"/>
                </a:lnTo>
                <a:cubicBezTo>
                  <a:pt x="5495925" y="342900"/>
                  <a:pt x="5600700" y="95250"/>
                  <a:pt x="5753100" y="28575"/>
                </a:cubicBezTo>
                <a:cubicBezTo>
                  <a:pt x="5800725" y="-9525"/>
                  <a:pt x="5848350" y="0"/>
                  <a:pt x="5962650" y="0"/>
                </a:cubicBezTo>
                <a:lnTo>
                  <a:pt x="6438900" y="0"/>
                </a:lnTo>
                <a:lnTo>
                  <a:pt x="5505450" y="1095375"/>
                </a:lnTo>
                <a:cubicBezTo>
                  <a:pt x="5448300" y="1152525"/>
                  <a:pt x="5410200" y="1181100"/>
                  <a:pt x="5334000" y="1181100"/>
                </a:cubicBezTo>
                <a:lnTo>
                  <a:pt x="447675" y="1181100"/>
                </a:lnTo>
                <a:cubicBezTo>
                  <a:pt x="209550" y="1181100"/>
                  <a:pt x="66675" y="1323975"/>
                  <a:pt x="57150" y="1485900"/>
                </a:cubicBezTo>
                <a:lnTo>
                  <a:pt x="0" y="1485900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53" name="03_人物整体"/>
          <p:cNvGrpSpPr/>
          <p:nvPr/>
        </p:nvGrpSpPr>
        <p:grpSpPr>
          <a:xfrm>
            <a:off x="5105400" y="219075"/>
            <a:ext cx="9439275" cy="8905875"/>
            <a:chOff x="5105400" y="219075"/>
            <a:chExt cx="9439275" cy="8905875"/>
          </a:xfrm>
        </p:grpSpPr>
        <p:sp>
          <p:nvSpPr>
            <p:cNvPr id="3" name="03_人物整体_白色底">
              <a:extLst>
                <a:ext uri="{FF2B5EF4-FFF2-40B4-BE49-F238E27FC236}">
                  <a16:creationId xmlns:a16="http://schemas.microsoft.com/office/drawing/2014/main" id="{2D2A819B-F41C-448A-AAC5-7DEEE77BF9EA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219075"/>
              <a:ext cx="9439275" cy="8905875"/>
            </a:xfrm>
            <a:custGeom>
              <a:avLst/>
              <a:gdLst/>
              <a:ahLst/>
              <a:cxnLst/>
              <a:rect l="0" t="0" r="0" b="0"/>
              <a:pathLst>
                <a:path w="9439275" h="8905875">
                  <a:moveTo>
                    <a:pt x="6086418" y="874643"/>
                  </a:moveTo>
                  <a:cubicBezTo>
                    <a:pt x="6171543" y="901970"/>
                    <a:pt x="6257944" y="925268"/>
                    <a:pt x="6341964" y="956548"/>
                  </a:cubicBezTo>
                  <a:cubicBezTo>
                    <a:pt x="6398066" y="977427"/>
                    <a:pt x="6451159" y="1011565"/>
                    <a:pt x="6508699" y="1027814"/>
                  </a:cubicBezTo>
                  <a:cubicBezTo>
                    <a:pt x="6543046" y="1037520"/>
                    <a:pt x="6581356" y="1036387"/>
                    <a:pt x="6616503" y="1042587"/>
                  </a:cubicBezTo>
                  <a:cubicBezTo>
                    <a:pt x="6740309" y="1064400"/>
                    <a:pt x="6952907" y="1132523"/>
                    <a:pt x="7047605" y="1215600"/>
                  </a:cubicBezTo>
                  <a:cubicBezTo>
                    <a:pt x="7069179" y="1234535"/>
                    <a:pt x="7088134" y="1261291"/>
                    <a:pt x="7078466" y="1291114"/>
                  </a:cubicBezTo>
                  <a:cubicBezTo>
                    <a:pt x="7072217" y="1310364"/>
                    <a:pt x="7047233" y="1348711"/>
                    <a:pt x="7060092" y="1367133"/>
                  </a:cubicBezTo>
                  <a:cubicBezTo>
                    <a:pt x="7071893" y="1384021"/>
                    <a:pt x="7094506" y="1397498"/>
                    <a:pt x="7109165" y="1412319"/>
                  </a:cubicBezTo>
                  <a:cubicBezTo>
                    <a:pt x="7159076" y="1462821"/>
                    <a:pt x="7211263" y="1517047"/>
                    <a:pt x="7253440" y="1574216"/>
                  </a:cubicBezTo>
                  <a:cubicBezTo>
                    <a:pt x="7337031" y="1687544"/>
                    <a:pt x="7400849" y="1807883"/>
                    <a:pt x="7456913" y="1936556"/>
                  </a:cubicBezTo>
                  <a:cubicBezTo>
                    <a:pt x="7491689" y="2016385"/>
                    <a:pt x="7529151" y="2095109"/>
                    <a:pt x="7557916" y="2177463"/>
                  </a:cubicBezTo>
                  <a:cubicBezTo>
                    <a:pt x="7577861" y="2234584"/>
                    <a:pt x="7592339" y="2292725"/>
                    <a:pt x="7609808" y="2350551"/>
                  </a:cubicBezTo>
                  <a:cubicBezTo>
                    <a:pt x="7650575" y="2485492"/>
                    <a:pt x="7694486" y="2620461"/>
                    <a:pt x="7719803" y="2759412"/>
                  </a:cubicBezTo>
                  <a:lnTo>
                    <a:pt x="7747578" y="2936672"/>
                  </a:lnTo>
                  <a:cubicBezTo>
                    <a:pt x="7752645" y="2972019"/>
                    <a:pt x="7750569" y="3010824"/>
                    <a:pt x="7762589" y="3044904"/>
                  </a:cubicBezTo>
                  <a:cubicBezTo>
                    <a:pt x="7796022" y="3139669"/>
                    <a:pt x="7879947" y="3192161"/>
                    <a:pt x="7931734" y="3272533"/>
                  </a:cubicBezTo>
                  <a:cubicBezTo>
                    <a:pt x="7868021" y="3241338"/>
                    <a:pt x="7829026" y="3171977"/>
                    <a:pt x="7772752" y="3131677"/>
                  </a:cubicBezTo>
                  <a:cubicBezTo>
                    <a:pt x="7773419" y="3199914"/>
                    <a:pt x="7787621" y="3267266"/>
                    <a:pt x="7795422" y="3335141"/>
                  </a:cubicBezTo>
                  <a:cubicBezTo>
                    <a:pt x="7809919" y="3461233"/>
                    <a:pt x="7820206" y="3591211"/>
                    <a:pt x="7847190" y="3715331"/>
                  </a:cubicBezTo>
                  <a:cubicBezTo>
                    <a:pt x="7856344" y="3757393"/>
                    <a:pt x="7873032" y="3798970"/>
                    <a:pt x="7885281" y="3840290"/>
                  </a:cubicBezTo>
                  <a:cubicBezTo>
                    <a:pt x="7952318" y="4066480"/>
                    <a:pt x="8079581" y="4321940"/>
                    <a:pt x="8091335" y="4557579"/>
                  </a:cubicBezTo>
                  <a:cubicBezTo>
                    <a:pt x="8100193" y="4735439"/>
                    <a:pt x="8025117" y="4928597"/>
                    <a:pt x="7889586" y="5046050"/>
                  </a:cubicBezTo>
                  <a:cubicBezTo>
                    <a:pt x="7843914" y="5085626"/>
                    <a:pt x="7783297" y="5106248"/>
                    <a:pt x="7726032" y="5122431"/>
                  </a:cubicBezTo>
                  <a:cubicBezTo>
                    <a:pt x="7699391" y="5129965"/>
                    <a:pt x="7660586" y="5141919"/>
                    <a:pt x="7656252" y="5175180"/>
                  </a:cubicBezTo>
                  <a:cubicBezTo>
                    <a:pt x="7651880" y="5208746"/>
                    <a:pt x="7673731" y="5323799"/>
                    <a:pt x="7680674" y="5362556"/>
                  </a:cubicBezTo>
                  <a:cubicBezTo>
                    <a:pt x="7697162" y="5454682"/>
                    <a:pt x="7710611" y="5548732"/>
                    <a:pt x="7734290" y="5639343"/>
                  </a:cubicBezTo>
                  <a:lnTo>
                    <a:pt x="7777553" y="5790895"/>
                  </a:lnTo>
                  <a:cubicBezTo>
                    <a:pt x="7805499" y="5899899"/>
                    <a:pt x="7846438" y="6002179"/>
                    <a:pt x="7881633" y="6108649"/>
                  </a:cubicBezTo>
                  <a:cubicBezTo>
                    <a:pt x="7936592" y="6274908"/>
                    <a:pt x="8007591" y="6440119"/>
                    <a:pt x="8101336" y="6588681"/>
                  </a:cubicBezTo>
                  <a:cubicBezTo>
                    <a:pt x="8170307" y="6697980"/>
                    <a:pt x="8270758" y="6827101"/>
                    <a:pt x="8384781" y="6892242"/>
                  </a:cubicBezTo>
                  <a:cubicBezTo>
                    <a:pt x="8573510" y="7000065"/>
                    <a:pt x="8825703" y="7007838"/>
                    <a:pt x="9037091" y="7006885"/>
                  </a:cubicBezTo>
                  <a:cubicBezTo>
                    <a:pt x="9133751" y="7006447"/>
                    <a:pt x="9349378" y="7004990"/>
                    <a:pt x="9434798" y="6974757"/>
                  </a:cubicBezTo>
                  <a:cubicBezTo>
                    <a:pt x="9438646" y="7074303"/>
                    <a:pt x="9436503" y="7174782"/>
                    <a:pt x="9435703" y="7274462"/>
                  </a:cubicBezTo>
                  <a:cubicBezTo>
                    <a:pt x="9371657" y="7261108"/>
                    <a:pt x="9308163" y="7251211"/>
                    <a:pt x="9244651" y="7235733"/>
                  </a:cubicBezTo>
                  <a:cubicBezTo>
                    <a:pt x="9234449" y="7233247"/>
                    <a:pt x="9221838" y="7227989"/>
                    <a:pt x="9211208" y="7229218"/>
                  </a:cubicBezTo>
                  <a:cubicBezTo>
                    <a:pt x="9135285" y="7238019"/>
                    <a:pt x="9269149" y="7224112"/>
                    <a:pt x="9200702" y="7236724"/>
                  </a:cubicBezTo>
                  <a:cubicBezTo>
                    <a:pt x="9255547" y="7264756"/>
                    <a:pt x="9315612" y="7280577"/>
                    <a:pt x="9371943" y="7306037"/>
                  </a:cubicBezTo>
                  <a:cubicBezTo>
                    <a:pt x="9382087" y="7310628"/>
                    <a:pt x="9429340" y="7324220"/>
                    <a:pt x="9433903" y="7329154"/>
                  </a:cubicBezTo>
                  <a:cubicBezTo>
                    <a:pt x="9442771" y="7338755"/>
                    <a:pt x="9434817" y="7493318"/>
                    <a:pt x="9431474" y="7511720"/>
                  </a:cubicBezTo>
                  <a:cubicBezTo>
                    <a:pt x="9384916" y="7480402"/>
                    <a:pt x="9332119" y="7458208"/>
                    <a:pt x="9281436" y="7434053"/>
                  </a:cubicBezTo>
                  <a:cubicBezTo>
                    <a:pt x="9161269" y="7376789"/>
                    <a:pt x="9042673" y="7317638"/>
                    <a:pt x="8921544" y="7262317"/>
                  </a:cubicBezTo>
                  <a:lnTo>
                    <a:pt x="8591302" y="7112765"/>
                  </a:lnTo>
                  <a:cubicBezTo>
                    <a:pt x="8540010" y="7088743"/>
                    <a:pt x="8488909" y="7057120"/>
                    <a:pt x="8435807" y="7037794"/>
                  </a:cubicBezTo>
                  <a:cubicBezTo>
                    <a:pt x="8401260" y="7025211"/>
                    <a:pt x="8363683" y="7023945"/>
                    <a:pt x="8328117" y="7015105"/>
                  </a:cubicBezTo>
                  <a:cubicBezTo>
                    <a:pt x="8227705" y="6990150"/>
                    <a:pt x="8131169" y="6957841"/>
                    <a:pt x="8042548" y="6903434"/>
                  </a:cubicBezTo>
                  <a:cubicBezTo>
                    <a:pt x="7878613" y="6802784"/>
                    <a:pt x="7746968" y="6645297"/>
                    <a:pt x="7634849" y="6491773"/>
                  </a:cubicBezTo>
                  <a:cubicBezTo>
                    <a:pt x="7596654" y="6439481"/>
                    <a:pt x="7564279" y="6380321"/>
                    <a:pt x="7521521" y="6332553"/>
                  </a:cubicBezTo>
                  <a:cubicBezTo>
                    <a:pt x="7517254" y="6338745"/>
                    <a:pt x="7512025" y="6340954"/>
                    <a:pt x="7508700" y="6348689"/>
                  </a:cubicBezTo>
                  <a:cubicBezTo>
                    <a:pt x="7495403" y="6379616"/>
                    <a:pt x="7488555" y="6413363"/>
                    <a:pt x="7476296" y="6444748"/>
                  </a:cubicBezTo>
                  <a:cubicBezTo>
                    <a:pt x="7472229" y="6455150"/>
                    <a:pt x="7459980" y="6466980"/>
                    <a:pt x="7460047" y="6478248"/>
                  </a:cubicBezTo>
                  <a:cubicBezTo>
                    <a:pt x="7460142" y="6495088"/>
                    <a:pt x="7544514" y="6614589"/>
                    <a:pt x="7559021" y="6636534"/>
                  </a:cubicBezTo>
                  <a:cubicBezTo>
                    <a:pt x="7651452" y="6776266"/>
                    <a:pt x="7740110" y="6919093"/>
                    <a:pt x="7825445" y="7063302"/>
                  </a:cubicBezTo>
                  <a:cubicBezTo>
                    <a:pt x="7861040" y="7123452"/>
                    <a:pt x="7893272" y="7189880"/>
                    <a:pt x="7935935" y="7245277"/>
                  </a:cubicBezTo>
                  <a:cubicBezTo>
                    <a:pt x="7963186" y="7280653"/>
                    <a:pt x="8003410" y="7308494"/>
                    <a:pt x="8023127" y="7349328"/>
                  </a:cubicBezTo>
                  <a:cubicBezTo>
                    <a:pt x="8048301" y="7401430"/>
                    <a:pt x="8044444" y="7542857"/>
                    <a:pt x="8079400" y="7586339"/>
                  </a:cubicBezTo>
                  <a:cubicBezTo>
                    <a:pt x="8102670" y="7615276"/>
                    <a:pt x="8157524" y="7648261"/>
                    <a:pt x="8187814" y="7674197"/>
                  </a:cubicBezTo>
                  <a:cubicBezTo>
                    <a:pt x="8288274" y="7760237"/>
                    <a:pt x="8393220" y="7841599"/>
                    <a:pt x="8486289" y="7936030"/>
                  </a:cubicBezTo>
                  <a:cubicBezTo>
                    <a:pt x="8544325" y="7994914"/>
                    <a:pt x="8582835" y="8065218"/>
                    <a:pt x="8618172" y="8139227"/>
                  </a:cubicBezTo>
                  <a:cubicBezTo>
                    <a:pt x="8631050" y="8166183"/>
                    <a:pt x="8648462" y="8229610"/>
                    <a:pt x="8668093" y="8247983"/>
                  </a:cubicBezTo>
                  <a:cubicBezTo>
                    <a:pt x="8693334" y="8271615"/>
                    <a:pt x="8730444" y="8288493"/>
                    <a:pt x="8760104" y="8306200"/>
                  </a:cubicBezTo>
                  <a:lnTo>
                    <a:pt x="8894683" y="8388134"/>
                  </a:lnTo>
                  <a:cubicBezTo>
                    <a:pt x="9017298" y="8461448"/>
                    <a:pt x="9142724" y="8523703"/>
                    <a:pt x="9271264" y="8585759"/>
                  </a:cubicBezTo>
                  <a:cubicBezTo>
                    <a:pt x="9320479" y="8609514"/>
                    <a:pt x="9369219" y="8640099"/>
                    <a:pt x="9420035" y="8657977"/>
                  </a:cubicBezTo>
                  <a:cubicBezTo>
                    <a:pt x="9427797" y="8633965"/>
                    <a:pt x="9432246" y="8610705"/>
                    <a:pt x="9436237" y="8585368"/>
                  </a:cubicBezTo>
                  <a:cubicBezTo>
                    <a:pt x="9421044" y="8618210"/>
                    <a:pt x="9438846" y="8564061"/>
                    <a:pt x="9428093" y="8593979"/>
                  </a:cubicBezTo>
                  <a:cubicBezTo>
                    <a:pt x="9417510" y="8623411"/>
                    <a:pt x="9435998" y="8646852"/>
                    <a:pt x="9435941" y="8676122"/>
                  </a:cubicBezTo>
                  <a:lnTo>
                    <a:pt x="9435446" y="8903370"/>
                  </a:lnTo>
                  <a:lnTo>
                    <a:pt x="9232421" y="8902570"/>
                  </a:lnTo>
                  <a:cubicBezTo>
                    <a:pt x="9219724" y="8902256"/>
                    <a:pt x="9210008" y="8893331"/>
                    <a:pt x="9197797" y="8893759"/>
                  </a:cubicBezTo>
                  <a:cubicBezTo>
                    <a:pt x="9172318" y="8894664"/>
                    <a:pt x="9146648" y="8902922"/>
                    <a:pt x="9120426" y="8903627"/>
                  </a:cubicBezTo>
                  <a:cubicBezTo>
                    <a:pt x="8849401" y="8910961"/>
                    <a:pt x="8577386" y="8903446"/>
                    <a:pt x="8306257" y="8903922"/>
                  </a:cubicBezTo>
                  <a:lnTo>
                    <a:pt x="7509158" y="8902294"/>
                  </a:lnTo>
                  <a:lnTo>
                    <a:pt x="7226332" y="8901913"/>
                  </a:lnTo>
                  <a:cubicBezTo>
                    <a:pt x="7187622" y="8901522"/>
                    <a:pt x="7144493" y="8894759"/>
                    <a:pt x="7106345" y="8898265"/>
                  </a:cubicBezTo>
                  <a:cubicBezTo>
                    <a:pt x="7097182" y="8899112"/>
                    <a:pt x="7098859" y="8902208"/>
                    <a:pt x="7089410" y="8901865"/>
                  </a:cubicBezTo>
                  <a:cubicBezTo>
                    <a:pt x="7079952" y="8901513"/>
                    <a:pt x="7073322" y="8895074"/>
                    <a:pt x="7063654" y="8895074"/>
                  </a:cubicBezTo>
                  <a:cubicBezTo>
                    <a:pt x="7032460" y="8895083"/>
                    <a:pt x="7000694" y="8901751"/>
                    <a:pt x="6969128" y="8902017"/>
                  </a:cubicBezTo>
                  <a:lnTo>
                    <a:pt x="6437757" y="8902541"/>
                  </a:lnTo>
                  <a:cubicBezTo>
                    <a:pt x="6361176" y="8902541"/>
                    <a:pt x="6260859" y="8914590"/>
                    <a:pt x="6189221" y="8894331"/>
                  </a:cubicBezTo>
                  <a:cubicBezTo>
                    <a:pt x="6179134" y="8891473"/>
                    <a:pt x="6172733" y="8900446"/>
                    <a:pt x="6163313" y="8902065"/>
                  </a:cubicBezTo>
                  <a:cubicBezTo>
                    <a:pt x="6147425" y="8904789"/>
                    <a:pt x="6127623" y="8894731"/>
                    <a:pt x="6111735" y="8892873"/>
                  </a:cubicBezTo>
                  <a:cubicBezTo>
                    <a:pt x="6099667" y="8891464"/>
                    <a:pt x="6089818" y="8902027"/>
                    <a:pt x="6077188" y="8902684"/>
                  </a:cubicBezTo>
                  <a:cubicBezTo>
                    <a:pt x="6006560" y="8906342"/>
                    <a:pt x="5934275" y="8903475"/>
                    <a:pt x="5863514" y="8903046"/>
                  </a:cubicBezTo>
                  <a:cubicBezTo>
                    <a:pt x="5792200" y="8902608"/>
                    <a:pt x="5721201" y="8904570"/>
                    <a:pt x="5649744" y="8902579"/>
                  </a:cubicBezTo>
                  <a:cubicBezTo>
                    <a:pt x="5637124" y="8902227"/>
                    <a:pt x="5626979" y="8891873"/>
                    <a:pt x="5614959" y="8893235"/>
                  </a:cubicBezTo>
                  <a:cubicBezTo>
                    <a:pt x="5603043" y="8894578"/>
                    <a:pt x="5592623" y="8901655"/>
                    <a:pt x="5580202" y="8902608"/>
                  </a:cubicBezTo>
                  <a:cubicBezTo>
                    <a:pt x="5543540" y="8905408"/>
                    <a:pt x="5505964" y="8902684"/>
                    <a:pt x="5469198" y="8902989"/>
                  </a:cubicBezTo>
                  <a:lnTo>
                    <a:pt x="5194954" y="8903132"/>
                  </a:lnTo>
                  <a:lnTo>
                    <a:pt x="4586411" y="8903370"/>
                  </a:lnTo>
                  <a:cubicBezTo>
                    <a:pt x="4567142" y="8903313"/>
                    <a:pt x="4544587" y="8896064"/>
                    <a:pt x="4526423" y="8897445"/>
                  </a:cubicBezTo>
                  <a:cubicBezTo>
                    <a:pt x="4443822" y="8903694"/>
                    <a:pt x="4361107" y="8899360"/>
                    <a:pt x="4277801" y="8900055"/>
                  </a:cubicBezTo>
                  <a:cubicBezTo>
                    <a:pt x="4230510" y="8900446"/>
                    <a:pt x="4178989" y="8907599"/>
                    <a:pt x="4132278" y="8901865"/>
                  </a:cubicBezTo>
                  <a:cubicBezTo>
                    <a:pt x="4126240" y="8901122"/>
                    <a:pt x="4121020" y="8896379"/>
                    <a:pt x="4114943" y="8896160"/>
                  </a:cubicBezTo>
                  <a:cubicBezTo>
                    <a:pt x="4104208" y="8895788"/>
                    <a:pt x="4092083" y="8902027"/>
                    <a:pt x="4080481" y="8902094"/>
                  </a:cubicBezTo>
                  <a:cubicBezTo>
                    <a:pt x="4026351" y="8902427"/>
                    <a:pt x="3971839" y="8900093"/>
                    <a:pt x="3917928" y="8902398"/>
                  </a:cubicBezTo>
                  <a:cubicBezTo>
                    <a:pt x="3889705" y="8903608"/>
                    <a:pt x="3860606" y="8897131"/>
                    <a:pt x="3832012" y="8897531"/>
                  </a:cubicBezTo>
                  <a:lnTo>
                    <a:pt x="3431457" y="8903341"/>
                  </a:lnTo>
                  <a:cubicBezTo>
                    <a:pt x="3442964" y="8818474"/>
                    <a:pt x="3428038" y="8961949"/>
                    <a:pt x="3436344" y="8891254"/>
                  </a:cubicBezTo>
                  <a:cubicBezTo>
                    <a:pt x="3439430" y="8865051"/>
                    <a:pt x="3407388" y="8798147"/>
                    <a:pt x="3407331" y="8765515"/>
                  </a:cubicBezTo>
                  <a:cubicBezTo>
                    <a:pt x="3407312" y="8755342"/>
                    <a:pt x="3415160" y="8749389"/>
                    <a:pt x="3416808" y="8739645"/>
                  </a:cubicBezTo>
                  <a:lnTo>
                    <a:pt x="3416684" y="8713870"/>
                  </a:lnTo>
                  <a:cubicBezTo>
                    <a:pt x="3418846" y="8700326"/>
                    <a:pt x="3419532" y="8709450"/>
                    <a:pt x="3424199" y="8696211"/>
                  </a:cubicBezTo>
                  <a:cubicBezTo>
                    <a:pt x="3429286" y="8681790"/>
                    <a:pt x="3420332" y="8662245"/>
                    <a:pt x="3417094" y="8648119"/>
                  </a:cubicBezTo>
                  <a:cubicBezTo>
                    <a:pt x="3417418" y="8711022"/>
                    <a:pt x="3443145" y="8775478"/>
                    <a:pt x="3461614" y="8836409"/>
                  </a:cubicBezTo>
                  <a:cubicBezTo>
                    <a:pt x="3467386" y="8855440"/>
                    <a:pt x="3471520" y="8892035"/>
                    <a:pt x="3490217" y="8903113"/>
                  </a:cubicBezTo>
                  <a:cubicBezTo>
                    <a:pt x="3509496" y="8914524"/>
                    <a:pt x="3528574" y="8901770"/>
                    <a:pt x="3545538" y="8897684"/>
                  </a:cubicBezTo>
                  <a:cubicBezTo>
                    <a:pt x="3535785" y="8865241"/>
                    <a:pt x="3520707" y="8835561"/>
                    <a:pt x="3508972" y="8803767"/>
                  </a:cubicBezTo>
                  <a:cubicBezTo>
                    <a:pt x="3477739" y="8719166"/>
                    <a:pt x="3447440" y="8633574"/>
                    <a:pt x="3424295" y="8546402"/>
                  </a:cubicBezTo>
                  <a:cubicBezTo>
                    <a:pt x="3409817" y="8491871"/>
                    <a:pt x="3402978" y="8435321"/>
                    <a:pt x="3391414" y="8380171"/>
                  </a:cubicBezTo>
                  <a:cubicBezTo>
                    <a:pt x="3387814" y="8362969"/>
                    <a:pt x="3376717" y="8346548"/>
                    <a:pt x="3374631" y="8329565"/>
                  </a:cubicBezTo>
                  <a:cubicBezTo>
                    <a:pt x="3367802" y="8273796"/>
                    <a:pt x="3378270" y="8193129"/>
                    <a:pt x="3365354" y="8141818"/>
                  </a:cubicBezTo>
                  <a:cubicBezTo>
                    <a:pt x="3363554" y="8134645"/>
                    <a:pt x="3357686" y="8132235"/>
                    <a:pt x="3356420" y="8124796"/>
                  </a:cubicBezTo>
                  <a:cubicBezTo>
                    <a:pt x="3352181" y="8099908"/>
                    <a:pt x="3359353" y="8073390"/>
                    <a:pt x="3355762" y="8048377"/>
                  </a:cubicBezTo>
                  <a:cubicBezTo>
                    <a:pt x="3354362" y="8038595"/>
                    <a:pt x="3347171" y="8033890"/>
                    <a:pt x="3346637" y="8023327"/>
                  </a:cubicBezTo>
                  <a:cubicBezTo>
                    <a:pt x="3345351" y="7997762"/>
                    <a:pt x="3349409" y="7971282"/>
                    <a:pt x="3346133" y="7945869"/>
                  </a:cubicBezTo>
                  <a:cubicBezTo>
                    <a:pt x="3344332" y="7931887"/>
                    <a:pt x="3330416" y="7934706"/>
                    <a:pt x="3326644" y="7922457"/>
                  </a:cubicBezTo>
                  <a:cubicBezTo>
                    <a:pt x="3317567" y="7892939"/>
                    <a:pt x="3325092" y="7733081"/>
                    <a:pt x="3324749" y="7691599"/>
                  </a:cubicBezTo>
                  <a:lnTo>
                    <a:pt x="3324101" y="7365959"/>
                  </a:lnTo>
                  <a:cubicBezTo>
                    <a:pt x="3324435" y="7338660"/>
                    <a:pt x="3334436" y="7261022"/>
                    <a:pt x="3322587" y="7239972"/>
                  </a:cubicBezTo>
                  <a:cubicBezTo>
                    <a:pt x="3307737" y="7213587"/>
                    <a:pt x="3269580" y="7189556"/>
                    <a:pt x="3244910" y="7173039"/>
                  </a:cubicBezTo>
                  <a:cubicBezTo>
                    <a:pt x="3127000" y="7094077"/>
                    <a:pt x="2884742" y="7071417"/>
                    <a:pt x="2744229" y="7053234"/>
                  </a:cubicBezTo>
                  <a:cubicBezTo>
                    <a:pt x="2670943" y="7043747"/>
                    <a:pt x="2597629" y="7031393"/>
                    <a:pt x="2525068" y="7017458"/>
                  </a:cubicBezTo>
                  <a:cubicBezTo>
                    <a:pt x="2418255" y="6996951"/>
                    <a:pt x="2317232" y="6954450"/>
                    <a:pt x="2216344" y="6915769"/>
                  </a:cubicBezTo>
                  <a:cubicBezTo>
                    <a:pt x="2056209" y="6854390"/>
                    <a:pt x="1894989" y="6780457"/>
                    <a:pt x="1726883" y="6743690"/>
                  </a:cubicBezTo>
                  <a:cubicBezTo>
                    <a:pt x="1557052" y="6706533"/>
                    <a:pt x="1385306" y="6679692"/>
                    <a:pt x="1212266" y="6663033"/>
                  </a:cubicBezTo>
                  <a:cubicBezTo>
                    <a:pt x="1109177" y="6653108"/>
                    <a:pt x="1001639" y="6658613"/>
                    <a:pt x="900379" y="6633734"/>
                  </a:cubicBezTo>
                  <a:cubicBezTo>
                    <a:pt x="836581" y="6618065"/>
                    <a:pt x="776354" y="6575165"/>
                    <a:pt x="718776" y="6544818"/>
                  </a:cubicBezTo>
                  <a:cubicBezTo>
                    <a:pt x="647833" y="6507423"/>
                    <a:pt x="574729" y="6472638"/>
                    <a:pt x="506425" y="6430470"/>
                  </a:cubicBezTo>
                  <a:cubicBezTo>
                    <a:pt x="259271" y="6277870"/>
                    <a:pt x="13516" y="6037069"/>
                    <a:pt x="3553" y="5728402"/>
                  </a:cubicBezTo>
                  <a:cubicBezTo>
                    <a:pt x="695" y="5639981"/>
                    <a:pt x="22098" y="5552323"/>
                    <a:pt x="38776" y="5466102"/>
                  </a:cubicBezTo>
                  <a:cubicBezTo>
                    <a:pt x="61960" y="5346230"/>
                    <a:pt x="88659" y="5222167"/>
                    <a:pt x="128283" y="5106505"/>
                  </a:cubicBezTo>
                  <a:cubicBezTo>
                    <a:pt x="160839" y="5011474"/>
                    <a:pt x="199711" y="4917510"/>
                    <a:pt x="236782" y="4824203"/>
                  </a:cubicBezTo>
                  <a:cubicBezTo>
                    <a:pt x="279578" y="4716523"/>
                    <a:pt x="299933" y="4598584"/>
                    <a:pt x="332880" y="4487685"/>
                  </a:cubicBezTo>
                  <a:cubicBezTo>
                    <a:pt x="342119" y="4456605"/>
                    <a:pt x="346072" y="4425410"/>
                    <a:pt x="358245" y="4394568"/>
                  </a:cubicBezTo>
                  <a:cubicBezTo>
                    <a:pt x="408480" y="4267238"/>
                    <a:pt x="458419" y="4139003"/>
                    <a:pt x="519103" y="4016064"/>
                  </a:cubicBezTo>
                  <a:cubicBezTo>
                    <a:pt x="584902" y="3882761"/>
                    <a:pt x="661102" y="3754698"/>
                    <a:pt x="731996" y="3624082"/>
                  </a:cubicBezTo>
                  <a:cubicBezTo>
                    <a:pt x="828656" y="3445993"/>
                    <a:pt x="906770" y="3253911"/>
                    <a:pt x="1064076" y="3118961"/>
                  </a:cubicBezTo>
                  <a:cubicBezTo>
                    <a:pt x="1157268" y="3039027"/>
                    <a:pt x="1312945" y="2968057"/>
                    <a:pt x="1434379" y="2948188"/>
                  </a:cubicBezTo>
                  <a:cubicBezTo>
                    <a:pt x="1485357" y="2939853"/>
                    <a:pt x="1536525" y="2936424"/>
                    <a:pt x="1587856" y="2931023"/>
                  </a:cubicBezTo>
                  <a:cubicBezTo>
                    <a:pt x="1646158" y="2924889"/>
                    <a:pt x="1706118" y="2920794"/>
                    <a:pt x="1764763" y="2920965"/>
                  </a:cubicBezTo>
                  <a:cubicBezTo>
                    <a:pt x="1785271" y="2921022"/>
                    <a:pt x="1826190" y="2930671"/>
                    <a:pt x="1844250" y="2919308"/>
                  </a:cubicBezTo>
                  <a:cubicBezTo>
                    <a:pt x="1863785" y="2907020"/>
                    <a:pt x="1891770" y="2853614"/>
                    <a:pt x="1907924" y="2832868"/>
                  </a:cubicBezTo>
                  <a:cubicBezTo>
                    <a:pt x="1969484" y="2753820"/>
                    <a:pt x="2053142" y="2611155"/>
                    <a:pt x="2125780" y="2553071"/>
                  </a:cubicBezTo>
                  <a:cubicBezTo>
                    <a:pt x="2144144" y="2538384"/>
                    <a:pt x="2167299" y="2523477"/>
                    <a:pt x="2191026" y="2519944"/>
                  </a:cubicBezTo>
                  <a:cubicBezTo>
                    <a:pt x="2201656" y="2518362"/>
                    <a:pt x="2214086" y="2521429"/>
                    <a:pt x="2224011" y="2516534"/>
                  </a:cubicBezTo>
                  <a:cubicBezTo>
                    <a:pt x="2241728" y="2507790"/>
                    <a:pt x="2273046" y="2470775"/>
                    <a:pt x="2293525" y="2456345"/>
                  </a:cubicBezTo>
                  <a:cubicBezTo>
                    <a:pt x="2352589" y="2414721"/>
                    <a:pt x="2418312" y="2376954"/>
                    <a:pt x="2482958" y="2344703"/>
                  </a:cubicBezTo>
                  <a:cubicBezTo>
                    <a:pt x="2514114" y="2329158"/>
                    <a:pt x="2578713" y="2285981"/>
                    <a:pt x="2612736" y="2297316"/>
                  </a:cubicBezTo>
                  <a:cubicBezTo>
                    <a:pt x="2653589" y="2310917"/>
                    <a:pt x="2685221" y="2339988"/>
                    <a:pt x="2702662" y="2379174"/>
                  </a:cubicBezTo>
                  <a:cubicBezTo>
                    <a:pt x="2708005" y="2391194"/>
                    <a:pt x="2711939" y="2409254"/>
                    <a:pt x="2722035" y="2418245"/>
                  </a:cubicBezTo>
                  <a:cubicBezTo>
                    <a:pt x="2730779" y="2426018"/>
                    <a:pt x="2801703" y="2406329"/>
                    <a:pt x="2850528" y="2442705"/>
                  </a:cubicBezTo>
                  <a:cubicBezTo>
                    <a:pt x="2873369" y="2459726"/>
                    <a:pt x="2913964" y="2524277"/>
                    <a:pt x="2938834" y="2526859"/>
                  </a:cubicBezTo>
                  <a:cubicBezTo>
                    <a:pt x="2955836" y="2528630"/>
                    <a:pt x="3021273" y="2485368"/>
                    <a:pt x="3040675" y="2474557"/>
                  </a:cubicBezTo>
                  <a:cubicBezTo>
                    <a:pt x="3090643" y="2446706"/>
                    <a:pt x="3143031" y="2423722"/>
                    <a:pt x="3193161" y="2396566"/>
                  </a:cubicBezTo>
                  <a:cubicBezTo>
                    <a:pt x="3240148" y="2371125"/>
                    <a:pt x="3285315" y="2341464"/>
                    <a:pt x="3334102" y="2319490"/>
                  </a:cubicBezTo>
                  <a:cubicBezTo>
                    <a:pt x="3366345" y="2304974"/>
                    <a:pt x="3421723" y="2292210"/>
                    <a:pt x="3446412" y="2326748"/>
                  </a:cubicBezTo>
                  <a:cubicBezTo>
                    <a:pt x="3464957" y="2352685"/>
                    <a:pt x="3445659" y="2391708"/>
                    <a:pt x="3443926" y="2418912"/>
                  </a:cubicBezTo>
                  <a:cubicBezTo>
                    <a:pt x="3542224" y="2390966"/>
                    <a:pt x="3629730" y="2326548"/>
                    <a:pt x="3715626" y="2272141"/>
                  </a:cubicBezTo>
                  <a:cubicBezTo>
                    <a:pt x="3746011" y="2252891"/>
                    <a:pt x="3794112" y="2235594"/>
                    <a:pt x="3816115" y="2206771"/>
                  </a:cubicBezTo>
                  <a:cubicBezTo>
                    <a:pt x="3846185" y="2167376"/>
                    <a:pt x="3853339" y="2108949"/>
                    <a:pt x="3871560" y="2063734"/>
                  </a:cubicBezTo>
                  <a:cubicBezTo>
                    <a:pt x="3890582" y="2016519"/>
                    <a:pt x="3916661" y="1971142"/>
                    <a:pt x="3932215" y="1923078"/>
                  </a:cubicBezTo>
                  <a:cubicBezTo>
                    <a:pt x="3894620" y="1924288"/>
                    <a:pt x="3859730" y="1935156"/>
                    <a:pt x="3822259" y="1942176"/>
                  </a:cubicBezTo>
                  <a:cubicBezTo>
                    <a:pt x="3731133" y="1959235"/>
                    <a:pt x="3642646" y="1962931"/>
                    <a:pt x="3553968" y="1931880"/>
                  </a:cubicBezTo>
                  <a:cubicBezTo>
                    <a:pt x="3542109" y="1927727"/>
                    <a:pt x="3526260" y="1924069"/>
                    <a:pt x="3515773" y="1917049"/>
                  </a:cubicBezTo>
                  <a:cubicBezTo>
                    <a:pt x="3467833" y="1884978"/>
                    <a:pt x="3549025" y="1938376"/>
                    <a:pt x="3508086" y="1906838"/>
                  </a:cubicBezTo>
                  <a:cubicBezTo>
                    <a:pt x="3741315" y="1927841"/>
                    <a:pt x="3944864" y="1760601"/>
                    <a:pt x="4099303" y="1604582"/>
                  </a:cubicBezTo>
                  <a:cubicBezTo>
                    <a:pt x="4114028" y="1589713"/>
                    <a:pt x="4235825" y="1460906"/>
                    <a:pt x="4236844" y="1454515"/>
                  </a:cubicBezTo>
                  <a:cubicBezTo>
                    <a:pt x="4239778" y="1436151"/>
                    <a:pt x="4203478" y="1337453"/>
                    <a:pt x="4196182" y="1312802"/>
                  </a:cubicBezTo>
                  <a:cubicBezTo>
                    <a:pt x="4172188" y="1231830"/>
                    <a:pt x="4164301" y="1152868"/>
                    <a:pt x="4162511" y="1068629"/>
                  </a:cubicBezTo>
                  <a:cubicBezTo>
                    <a:pt x="4161911" y="1040587"/>
                    <a:pt x="4160025" y="961406"/>
                    <a:pt x="4180608" y="940946"/>
                  </a:cubicBezTo>
                  <a:cubicBezTo>
                    <a:pt x="4207821" y="913895"/>
                    <a:pt x="4341743" y="890026"/>
                    <a:pt x="4381805" y="885749"/>
                  </a:cubicBezTo>
                  <a:cubicBezTo>
                    <a:pt x="4511526" y="871880"/>
                    <a:pt x="4644600" y="872814"/>
                    <a:pt x="4774168" y="889578"/>
                  </a:cubicBezTo>
                  <a:cubicBezTo>
                    <a:pt x="4820917" y="895626"/>
                    <a:pt x="4944018" y="934383"/>
                    <a:pt x="4975365" y="932612"/>
                  </a:cubicBezTo>
                  <a:cubicBezTo>
                    <a:pt x="4997406" y="931374"/>
                    <a:pt x="5020351" y="914648"/>
                    <a:pt x="5041735" y="908847"/>
                  </a:cubicBezTo>
                  <a:cubicBezTo>
                    <a:pt x="5049536" y="906723"/>
                    <a:pt x="5059185" y="914029"/>
                    <a:pt x="5064538" y="912305"/>
                  </a:cubicBezTo>
                  <a:cubicBezTo>
                    <a:pt x="5068576" y="911000"/>
                    <a:pt x="5068195" y="900960"/>
                    <a:pt x="5075406" y="898655"/>
                  </a:cubicBezTo>
                  <a:cubicBezTo>
                    <a:pt x="5109048" y="887873"/>
                    <a:pt x="5145500" y="881463"/>
                    <a:pt x="5179971" y="874147"/>
                  </a:cubicBezTo>
                  <a:cubicBezTo>
                    <a:pt x="5171008" y="841800"/>
                    <a:pt x="5154254" y="811025"/>
                    <a:pt x="5139471" y="780336"/>
                  </a:cubicBezTo>
                  <a:cubicBezTo>
                    <a:pt x="5093760" y="685486"/>
                    <a:pt x="5016694" y="526085"/>
                    <a:pt x="5035401" y="420853"/>
                  </a:cubicBezTo>
                  <a:cubicBezTo>
                    <a:pt x="5043535" y="375095"/>
                    <a:pt x="5078244" y="277892"/>
                    <a:pt x="5112344" y="246840"/>
                  </a:cubicBezTo>
                  <a:cubicBezTo>
                    <a:pt x="5126965" y="233515"/>
                    <a:pt x="5155740" y="223066"/>
                    <a:pt x="5168827" y="209941"/>
                  </a:cubicBezTo>
                  <a:cubicBezTo>
                    <a:pt x="5193221" y="185490"/>
                    <a:pt x="5246703" y="122320"/>
                    <a:pt x="5269382" y="110290"/>
                  </a:cubicBezTo>
                  <a:lnTo>
                    <a:pt x="5291033" y="103451"/>
                  </a:lnTo>
                  <a:cubicBezTo>
                    <a:pt x="5310340" y="92745"/>
                    <a:pt x="5328857" y="79715"/>
                    <a:pt x="5349469" y="71476"/>
                  </a:cubicBezTo>
                  <a:cubicBezTo>
                    <a:pt x="5359051" y="67647"/>
                    <a:pt x="5370109" y="68990"/>
                    <a:pt x="5379787" y="64732"/>
                  </a:cubicBezTo>
                  <a:cubicBezTo>
                    <a:pt x="5386749" y="61665"/>
                    <a:pt x="5390131" y="54807"/>
                    <a:pt x="5397256" y="52140"/>
                  </a:cubicBezTo>
                  <a:cubicBezTo>
                    <a:pt x="5426021" y="41405"/>
                    <a:pt x="5457501" y="36443"/>
                    <a:pt x="5487857" y="31452"/>
                  </a:cubicBezTo>
                  <a:cubicBezTo>
                    <a:pt x="5495249" y="30242"/>
                    <a:pt x="5497697" y="24432"/>
                    <a:pt x="5504879" y="22898"/>
                  </a:cubicBezTo>
                  <a:cubicBezTo>
                    <a:pt x="5518033" y="20088"/>
                    <a:pt x="5534130" y="26127"/>
                    <a:pt x="5546760" y="21022"/>
                  </a:cubicBezTo>
                  <a:cubicBezTo>
                    <a:pt x="5554999" y="17688"/>
                    <a:pt x="5553599" y="8534"/>
                    <a:pt x="5562667" y="5982"/>
                  </a:cubicBezTo>
                  <a:cubicBezTo>
                    <a:pt x="5577249" y="1876"/>
                    <a:pt x="5708656" y="1781"/>
                    <a:pt x="5723573" y="5705"/>
                  </a:cubicBezTo>
                  <a:cubicBezTo>
                    <a:pt x="5732821" y="8134"/>
                    <a:pt x="5731612" y="17164"/>
                    <a:pt x="5739622" y="20774"/>
                  </a:cubicBezTo>
                  <a:cubicBezTo>
                    <a:pt x="5751833" y="26279"/>
                    <a:pt x="5768645" y="20536"/>
                    <a:pt x="5781570" y="22641"/>
                  </a:cubicBezTo>
                  <a:cubicBezTo>
                    <a:pt x="5788971" y="23851"/>
                    <a:pt x="5791410" y="29651"/>
                    <a:pt x="5798572" y="31194"/>
                  </a:cubicBezTo>
                  <a:lnTo>
                    <a:pt x="5856618" y="41605"/>
                  </a:lnTo>
                  <a:cubicBezTo>
                    <a:pt x="5864514" y="42786"/>
                    <a:pt x="5866695" y="48301"/>
                    <a:pt x="5873658" y="51168"/>
                  </a:cubicBezTo>
                  <a:cubicBezTo>
                    <a:pt x="5896366" y="60503"/>
                    <a:pt x="5923007" y="60112"/>
                    <a:pt x="5945724" y="69380"/>
                  </a:cubicBezTo>
                  <a:cubicBezTo>
                    <a:pt x="6011151" y="96041"/>
                    <a:pt x="6098781" y="151590"/>
                    <a:pt x="6143692" y="206597"/>
                  </a:cubicBezTo>
                  <a:cubicBezTo>
                    <a:pt x="6169314" y="237982"/>
                    <a:pt x="6185364" y="276206"/>
                    <a:pt x="6200242" y="314611"/>
                  </a:cubicBezTo>
                  <a:cubicBezTo>
                    <a:pt x="6249191" y="440998"/>
                    <a:pt x="6253439" y="555393"/>
                    <a:pt x="6219396" y="686381"/>
                  </a:cubicBezTo>
                  <a:cubicBezTo>
                    <a:pt x="6205033" y="741645"/>
                    <a:pt x="6177353" y="798090"/>
                    <a:pt x="6134138" y="836867"/>
                  </a:cubicBezTo>
                  <a:cubicBezTo>
                    <a:pt x="6121689" y="848039"/>
                    <a:pt x="6105401" y="853097"/>
                    <a:pt x="6092971" y="863727"/>
                  </a:cubicBezTo>
                  <a:cubicBezTo>
                    <a:pt x="6055014" y="896160"/>
                    <a:pt x="6123003" y="839457"/>
                    <a:pt x="6086418" y="874643"/>
                  </a:cubicBezTo>
                  <a:close/>
                  <a:moveTo>
                    <a:pt x="3402778" y="8603428"/>
                  </a:moveTo>
                  <a:cubicBezTo>
                    <a:pt x="3403006" y="8604637"/>
                    <a:pt x="3405692" y="8603142"/>
                    <a:pt x="3406388" y="8604152"/>
                  </a:cubicBezTo>
                  <a:cubicBezTo>
                    <a:pt x="3408283" y="8606904"/>
                    <a:pt x="3407416" y="8640537"/>
                    <a:pt x="3407597" y="8646347"/>
                  </a:cubicBezTo>
                  <a:cubicBezTo>
                    <a:pt x="3407369" y="8645138"/>
                    <a:pt x="3404683" y="8646633"/>
                    <a:pt x="3403987" y="8645623"/>
                  </a:cubicBezTo>
                  <a:cubicBezTo>
                    <a:pt x="3402092" y="8642871"/>
                    <a:pt x="3402959" y="8609238"/>
                    <a:pt x="3402778" y="860342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03_人物整体_线条">
              <a:extLst>
                <a:ext uri="{FF2B5EF4-FFF2-40B4-BE49-F238E27FC236}">
                  <a16:creationId xmlns:a16="http://schemas.microsoft.com/office/drawing/2014/main" id="{F2699548-A8ED-421D-912F-D25EB994B03E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219075"/>
              <a:ext cx="9439275" cy="8905875"/>
            </a:xfrm>
            <a:custGeom>
              <a:avLst/>
              <a:gdLst/>
              <a:ahLst/>
              <a:cxnLst/>
              <a:rect l="0" t="0" r="0" b="0"/>
              <a:pathLst>
                <a:path w="9439275" h="8905875">
                  <a:moveTo>
                    <a:pt x="6089323" y="872947"/>
                  </a:moveTo>
                  <a:cubicBezTo>
                    <a:pt x="6182754" y="899770"/>
                    <a:pt x="6276727" y="926735"/>
                    <a:pt x="6367243" y="962711"/>
                  </a:cubicBezTo>
                  <a:cubicBezTo>
                    <a:pt x="6414802" y="981608"/>
                    <a:pt x="6460341" y="1010841"/>
                    <a:pt x="6509690" y="1024652"/>
                  </a:cubicBezTo>
                  <a:cubicBezTo>
                    <a:pt x="6544018" y="1034253"/>
                    <a:pt x="6582223" y="1033101"/>
                    <a:pt x="6617313" y="1039349"/>
                  </a:cubicBezTo>
                  <a:cubicBezTo>
                    <a:pt x="6741824" y="1061523"/>
                    <a:pt x="6954926" y="1129522"/>
                    <a:pt x="7050034" y="1213295"/>
                  </a:cubicBezTo>
                  <a:cubicBezTo>
                    <a:pt x="7072598" y="1233173"/>
                    <a:pt x="7091629" y="1261043"/>
                    <a:pt x="7081609" y="1292133"/>
                  </a:cubicBezTo>
                  <a:cubicBezTo>
                    <a:pt x="7075827" y="1310049"/>
                    <a:pt x="7050672" y="1349340"/>
                    <a:pt x="7063292" y="1366037"/>
                  </a:cubicBezTo>
                  <a:cubicBezTo>
                    <a:pt x="7075656" y="1382392"/>
                    <a:pt x="7097116" y="1395355"/>
                    <a:pt x="7111708" y="1410157"/>
                  </a:cubicBezTo>
                  <a:cubicBezTo>
                    <a:pt x="7155113" y="1454144"/>
                    <a:pt x="7196128" y="1501264"/>
                    <a:pt x="7236628" y="1547936"/>
                  </a:cubicBezTo>
                  <a:cubicBezTo>
                    <a:pt x="7308380" y="1630632"/>
                    <a:pt x="7366921" y="1732093"/>
                    <a:pt x="7414870" y="1830095"/>
                  </a:cubicBezTo>
                  <a:cubicBezTo>
                    <a:pt x="7551553" y="2109483"/>
                    <a:pt x="7640412" y="2408873"/>
                    <a:pt x="7713126" y="2710186"/>
                  </a:cubicBezTo>
                  <a:cubicBezTo>
                    <a:pt x="7730938" y="2783986"/>
                    <a:pt x="7740444" y="2861577"/>
                    <a:pt x="7750969" y="2936748"/>
                  </a:cubicBezTo>
                  <a:cubicBezTo>
                    <a:pt x="7755874" y="2971829"/>
                    <a:pt x="7753798" y="3010614"/>
                    <a:pt x="7765952" y="3044352"/>
                  </a:cubicBezTo>
                  <a:cubicBezTo>
                    <a:pt x="7804223" y="3150632"/>
                    <a:pt x="7892539" y="3191923"/>
                    <a:pt x="7934001" y="3274943"/>
                  </a:cubicBezTo>
                  <a:cubicBezTo>
                    <a:pt x="7868279" y="3249244"/>
                    <a:pt x="7827883" y="3178893"/>
                    <a:pt x="7774724" y="3134716"/>
                  </a:cubicBezTo>
                  <a:cubicBezTo>
                    <a:pt x="7778601" y="3202115"/>
                    <a:pt x="7791298" y="3268361"/>
                    <a:pt x="7798813" y="3335417"/>
                  </a:cubicBezTo>
                  <a:cubicBezTo>
                    <a:pt x="7812910" y="3461185"/>
                    <a:pt x="7823054" y="3591573"/>
                    <a:pt x="7850581" y="3715217"/>
                  </a:cubicBezTo>
                  <a:cubicBezTo>
                    <a:pt x="7859916" y="3757117"/>
                    <a:pt x="7876203" y="3798713"/>
                    <a:pt x="7888595" y="3839870"/>
                  </a:cubicBezTo>
                  <a:cubicBezTo>
                    <a:pt x="7922895" y="3953704"/>
                    <a:pt x="7966215" y="4065832"/>
                    <a:pt x="8003238" y="4178932"/>
                  </a:cubicBezTo>
                  <a:cubicBezTo>
                    <a:pt x="8045348" y="4307567"/>
                    <a:pt x="8093364" y="4437726"/>
                    <a:pt x="8095126" y="4575210"/>
                  </a:cubicBezTo>
                  <a:cubicBezTo>
                    <a:pt x="8097317" y="4746336"/>
                    <a:pt x="8026470" y="4929588"/>
                    <a:pt x="7896873" y="5044154"/>
                  </a:cubicBezTo>
                  <a:cubicBezTo>
                    <a:pt x="7848991" y="5086474"/>
                    <a:pt x="7786859" y="5108943"/>
                    <a:pt x="7726128" y="5125860"/>
                  </a:cubicBezTo>
                  <a:cubicBezTo>
                    <a:pt x="7700743" y="5132927"/>
                    <a:pt x="7662834" y="5144653"/>
                    <a:pt x="7659386" y="5176685"/>
                  </a:cubicBezTo>
                  <a:cubicBezTo>
                    <a:pt x="7655909" y="5208956"/>
                    <a:pt x="7677455" y="5324989"/>
                    <a:pt x="7684103" y="5362813"/>
                  </a:cubicBezTo>
                  <a:cubicBezTo>
                    <a:pt x="7700267" y="5454796"/>
                    <a:pt x="7713697" y="5549046"/>
                    <a:pt x="7737729" y="5639362"/>
                  </a:cubicBezTo>
                  <a:lnTo>
                    <a:pt x="7790078" y="5824557"/>
                  </a:lnTo>
                  <a:cubicBezTo>
                    <a:pt x="7815510" y="5921902"/>
                    <a:pt x="7854115" y="6012999"/>
                    <a:pt x="7885043" y="6108354"/>
                  </a:cubicBezTo>
                  <a:cubicBezTo>
                    <a:pt x="7941078" y="6281109"/>
                    <a:pt x="8017574" y="6450054"/>
                    <a:pt x="8114786" y="6603825"/>
                  </a:cubicBezTo>
                  <a:cubicBezTo>
                    <a:pt x="8179156" y="6705648"/>
                    <a:pt x="8280987" y="6830025"/>
                    <a:pt x="8387286" y="6889814"/>
                  </a:cubicBezTo>
                  <a:cubicBezTo>
                    <a:pt x="8580358" y="6998408"/>
                    <a:pt x="8823093" y="7004637"/>
                    <a:pt x="9038377" y="7003542"/>
                  </a:cubicBezTo>
                  <a:cubicBezTo>
                    <a:pt x="9150668" y="7002971"/>
                    <a:pt x="9332490" y="7001237"/>
                    <a:pt x="9438408" y="6972300"/>
                  </a:cubicBezTo>
                  <a:cubicBezTo>
                    <a:pt x="9441018" y="7072655"/>
                    <a:pt x="9445647" y="7177459"/>
                    <a:pt x="9436351" y="7277100"/>
                  </a:cubicBezTo>
                  <a:cubicBezTo>
                    <a:pt x="9391974" y="7269261"/>
                    <a:pt x="9346797" y="7264679"/>
                    <a:pt x="9302648" y="7255650"/>
                  </a:cubicBezTo>
                  <a:cubicBezTo>
                    <a:pt x="9269092" y="7248782"/>
                    <a:pt x="9237707" y="7237228"/>
                    <a:pt x="9203893" y="7232409"/>
                  </a:cubicBezTo>
                  <a:cubicBezTo>
                    <a:pt x="9253252" y="7264584"/>
                    <a:pt x="9325480" y="7281405"/>
                    <a:pt x="9381849" y="7306780"/>
                  </a:cubicBezTo>
                  <a:cubicBezTo>
                    <a:pt x="9391126" y="7310952"/>
                    <a:pt x="9433331" y="7323030"/>
                    <a:pt x="9437008" y="7328040"/>
                  </a:cubicBezTo>
                  <a:cubicBezTo>
                    <a:pt x="9443666" y="7337117"/>
                    <a:pt x="9439275" y="7491117"/>
                    <a:pt x="9439275" y="7514406"/>
                  </a:cubicBezTo>
                  <a:cubicBezTo>
                    <a:pt x="9408424" y="7501852"/>
                    <a:pt x="9379020" y="7484335"/>
                    <a:pt x="9348635" y="7469600"/>
                  </a:cubicBezTo>
                  <a:lnTo>
                    <a:pt x="9079525" y="7336469"/>
                  </a:lnTo>
                  <a:cubicBezTo>
                    <a:pt x="8923030" y="7259145"/>
                    <a:pt x="8760219" y="7193042"/>
                    <a:pt x="8601199" y="7121052"/>
                  </a:cubicBezTo>
                  <a:cubicBezTo>
                    <a:pt x="8546611" y="7096344"/>
                    <a:pt x="8494081" y="7066683"/>
                    <a:pt x="8439217" y="7042795"/>
                  </a:cubicBezTo>
                  <a:cubicBezTo>
                    <a:pt x="8403860" y="7027393"/>
                    <a:pt x="8362960" y="7027402"/>
                    <a:pt x="8325831" y="7017972"/>
                  </a:cubicBezTo>
                  <a:cubicBezTo>
                    <a:pt x="8211322" y="6988874"/>
                    <a:pt x="8098793" y="6951345"/>
                    <a:pt x="8002438" y="6880641"/>
                  </a:cubicBezTo>
                  <a:cubicBezTo>
                    <a:pt x="7861002" y="6776857"/>
                    <a:pt x="7743758" y="6645345"/>
                    <a:pt x="7640155" y="6504642"/>
                  </a:cubicBezTo>
                  <a:cubicBezTo>
                    <a:pt x="7599540" y="6449482"/>
                    <a:pt x="7565279" y="6385427"/>
                    <a:pt x="7519607" y="6335592"/>
                  </a:cubicBezTo>
                  <a:cubicBezTo>
                    <a:pt x="7502081" y="6371120"/>
                    <a:pt x="7493527" y="6410354"/>
                    <a:pt x="7478849" y="6447339"/>
                  </a:cubicBezTo>
                  <a:cubicBezTo>
                    <a:pt x="7475030" y="6456959"/>
                    <a:pt x="7462380" y="6469037"/>
                    <a:pt x="7463295" y="6479581"/>
                  </a:cubicBezTo>
                  <a:cubicBezTo>
                    <a:pt x="7464571" y="6494345"/>
                    <a:pt x="7563002" y="6636877"/>
                    <a:pt x="7578414" y="6660347"/>
                  </a:cubicBezTo>
                  <a:cubicBezTo>
                    <a:pt x="7670987" y="6801393"/>
                    <a:pt x="7757227" y="6946382"/>
                    <a:pt x="7845495" y="7090191"/>
                  </a:cubicBezTo>
                  <a:cubicBezTo>
                    <a:pt x="7876718" y="7141064"/>
                    <a:pt x="7902788" y="7197138"/>
                    <a:pt x="7939478" y="7244315"/>
                  </a:cubicBezTo>
                  <a:cubicBezTo>
                    <a:pt x="7967024" y="7279738"/>
                    <a:pt x="8007877" y="7307999"/>
                    <a:pt x="8026908" y="7349528"/>
                  </a:cubicBezTo>
                  <a:cubicBezTo>
                    <a:pt x="8050921" y="7401935"/>
                    <a:pt x="8047853" y="7528798"/>
                    <a:pt x="8079400" y="7580547"/>
                  </a:cubicBezTo>
                  <a:cubicBezTo>
                    <a:pt x="8092592" y="7602169"/>
                    <a:pt x="8171155" y="7655538"/>
                    <a:pt x="8195796" y="7676779"/>
                  </a:cubicBezTo>
                  <a:cubicBezTo>
                    <a:pt x="8293103" y="7760656"/>
                    <a:pt x="8393630" y="7840008"/>
                    <a:pt x="8485327" y="7930382"/>
                  </a:cubicBezTo>
                  <a:cubicBezTo>
                    <a:pt x="8549154" y="7993285"/>
                    <a:pt x="8589378" y="8070818"/>
                    <a:pt x="8627497" y="8150847"/>
                  </a:cubicBezTo>
                  <a:cubicBezTo>
                    <a:pt x="8640308" y="8177746"/>
                    <a:pt x="8647938" y="8219123"/>
                    <a:pt x="8666826" y="8241763"/>
                  </a:cubicBezTo>
                  <a:cubicBezTo>
                    <a:pt x="8690810" y="8270510"/>
                    <a:pt x="8830885" y="8346043"/>
                    <a:pt x="8871509" y="8370370"/>
                  </a:cubicBezTo>
                  <a:cubicBezTo>
                    <a:pt x="9003040" y="8449123"/>
                    <a:pt x="9136790" y="8516541"/>
                    <a:pt x="9274473" y="8583625"/>
                  </a:cubicBezTo>
                  <a:cubicBezTo>
                    <a:pt x="9322165" y="8606857"/>
                    <a:pt x="9370257" y="8637232"/>
                    <a:pt x="9419301" y="8654577"/>
                  </a:cubicBezTo>
                  <a:lnTo>
                    <a:pt x="9433274" y="8583463"/>
                  </a:lnTo>
                  <a:cubicBezTo>
                    <a:pt x="9425549" y="8630155"/>
                    <a:pt x="9438313" y="8620506"/>
                    <a:pt x="9439256" y="8652643"/>
                  </a:cubicBezTo>
                  <a:cubicBezTo>
                    <a:pt x="9441675" y="8735292"/>
                    <a:pt x="9445866" y="8824608"/>
                    <a:pt x="9435341" y="8905875"/>
                  </a:cubicBezTo>
                  <a:cubicBezTo>
                    <a:pt x="9369733" y="8905875"/>
                    <a:pt x="9303772" y="8907866"/>
                    <a:pt x="9238183" y="8905856"/>
                  </a:cubicBezTo>
                  <a:cubicBezTo>
                    <a:pt x="9212113" y="8905056"/>
                    <a:pt x="9211456" y="8892635"/>
                    <a:pt x="9181529" y="8900732"/>
                  </a:cubicBezTo>
                  <a:cubicBezTo>
                    <a:pt x="9177099" y="8901932"/>
                    <a:pt x="9199274" y="8896160"/>
                    <a:pt x="9194806" y="8897169"/>
                  </a:cubicBezTo>
                  <a:cubicBezTo>
                    <a:pt x="9272892" y="8871490"/>
                    <a:pt x="9341777" y="8826637"/>
                    <a:pt x="9386316" y="8755999"/>
                  </a:cubicBezTo>
                  <a:cubicBezTo>
                    <a:pt x="9394041" y="8743750"/>
                    <a:pt x="9422340" y="8696525"/>
                    <a:pt x="9416691" y="8683371"/>
                  </a:cubicBezTo>
                  <a:cubicBezTo>
                    <a:pt x="9409309" y="8666188"/>
                    <a:pt x="9366942" y="8654339"/>
                    <a:pt x="9350969" y="8647166"/>
                  </a:cubicBezTo>
                  <a:cubicBezTo>
                    <a:pt x="9292619" y="8620954"/>
                    <a:pt x="9233897" y="8592988"/>
                    <a:pt x="9177071" y="8563585"/>
                  </a:cubicBezTo>
                  <a:cubicBezTo>
                    <a:pt x="9034672" y="8489909"/>
                    <a:pt x="8894845" y="8414661"/>
                    <a:pt x="8758476" y="8330060"/>
                  </a:cubicBezTo>
                  <a:cubicBezTo>
                    <a:pt x="8693182" y="8289560"/>
                    <a:pt x="8611714" y="8247755"/>
                    <a:pt x="8563108" y="8188462"/>
                  </a:cubicBezTo>
                  <a:cubicBezTo>
                    <a:pt x="8599856" y="8190814"/>
                    <a:pt x="8532552" y="8178175"/>
                    <a:pt x="8573548" y="8185166"/>
                  </a:cubicBezTo>
                  <a:cubicBezTo>
                    <a:pt x="8588378" y="8187700"/>
                    <a:pt x="8606238" y="8201806"/>
                    <a:pt x="8619268" y="8207940"/>
                  </a:cubicBezTo>
                  <a:cubicBezTo>
                    <a:pt x="8593722" y="8140541"/>
                    <a:pt x="8564651" y="8069447"/>
                    <a:pt x="8522084" y="8010649"/>
                  </a:cubicBezTo>
                  <a:cubicBezTo>
                    <a:pt x="8473859" y="7944050"/>
                    <a:pt x="8407603" y="7887957"/>
                    <a:pt x="8345843" y="7834351"/>
                  </a:cubicBezTo>
                  <a:cubicBezTo>
                    <a:pt x="8259785" y="7759646"/>
                    <a:pt x="8173126" y="7685437"/>
                    <a:pt x="8083753" y="7614695"/>
                  </a:cubicBezTo>
                  <a:lnTo>
                    <a:pt x="7973054" y="7532665"/>
                  </a:lnTo>
                  <a:cubicBezTo>
                    <a:pt x="7849753" y="7435482"/>
                    <a:pt x="7723527" y="7342451"/>
                    <a:pt x="7608894" y="7234857"/>
                  </a:cubicBezTo>
                  <a:cubicBezTo>
                    <a:pt x="7486736" y="7120176"/>
                    <a:pt x="7379741" y="6991321"/>
                    <a:pt x="7268718" y="6866696"/>
                  </a:cubicBezTo>
                  <a:cubicBezTo>
                    <a:pt x="7217512" y="6913988"/>
                    <a:pt x="7179154" y="6984359"/>
                    <a:pt x="7141083" y="7043718"/>
                  </a:cubicBezTo>
                  <a:cubicBezTo>
                    <a:pt x="7129072" y="7062426"/>
                    <a:pt x="7102250" y="7096230"/>
                    <a:pt x="7104926" y="7119280"/>
                  </a:cubicBezTo>
                  <a:cubicBezTo>
                    <a:pt x="7109146" y="7155504"/>
                    <a:pt x="7129701" y="7195909"/>
                    <a:pt x="7141121" y="7230685"/>
                  </a:cubicBezTo>
                  <a:cubicBezTo>
                    <a:pt x="7164562" y="7302027"/>
                    <a:pt x="7221903" y="7532522"/>
                    <a:pt x="7185250" y="7594283"/>
                  </a:cubicBezTo>
                  <a:cubicBezTo>
                    <a:pt x="7156628" y="7642527"/>
                    <a:pt x="7208996" y="7551315"/>
                    <a:pt x="7175259" y="7602950"/>
                  </a:cubicBezTo>
                  <a:cubicBezTo>
                    <a:pt x="7164972" y="7575709"/>
                    <a:pt x="7173554" y="7618714"/>
                    <a:pt x="7167124" y="7593911"/>
                  </a:cubicBezTo>
                  <a:cubicBezTo>
                    <a:pt x="7161571" y="7572508"/>
                    <a:pt x="7174573" y="7508272"/>
                    <a:pt x="7171411" y="7477516"/>
                  </a:cubicBezTo>
                  <a:cubicBezTo>
                    <a:pt x="7163895" y="7404421"/>
                    <a:pt x="7124986" y="7225484"/>
                    <a:pt x="7092458" y="7161876"/>
                  </a:cubicBezTo>
                  <a:cubicBezTo>
                    <a:pt x="7073713" y="7125224"/>
                    <a:pt x="7105250" y="7189270"/>
                    <a:pt x="7085124" y="7156904"/>
                  </a:cubicBezTo>
                  <a:cubicBezTo>
                    <a:pt x="7028117" y="7251106"/>
                    <a:pt x="6992769" y="7379960"/>
                    <a:pt x="6960899" y="7485764"/>
                  </a:cubicBezTo>
                  <a:cubicBezTo>
                    <a:pt x="6924951" y="7605084"/>
                    <a:pt x="6891804" y="7723518"/>
                    <a:pt x="6866668" y="7845695"/>
                  </a:cubicBezTo>
                  <a:cubicBezTo>
                    <a:pt x="6855276" y="7901092"/>
                    <a:pt x="6814433" y="8086334"/>
                    <a:pt x="6822319" y="8132597"/>
                  </a:cubicBezTo>
                  <a:cubicBezTo>
                    <a:pt x="6838417" y="8226981"/>
                    <a:pt x="6917084" y="8311315"/>
                    <a:pt x="6977158" y="8381152"/>
                  </a:cubicBezTo>
                  <a:cubicBezTo>
                    <a:pt x="6977882" y="8325231"/>
                    <a:pt x="6952402" y="8274206"/>
                    <a:pt x="6945392" y="8218646"/>
                  </a:cubicBezTo>
                  <a:cubicBezTo>
                    <a:pt x="6932600" y="8117357"/>
                    <a:pt x="6932390" y="7873089"/>
                    <a:pt x="6960413" y="7778420"/>
                  </a:cubicBezTo>
                  <a:cubicBezTo>
                    <a:pt x="6977063" y="7819882"/>
                    <a:pt x="6958879" y="7749931"/>
                    <a:pt x="6970366" y="7789174"/>
                  </a:cubicBezTo>
                  <a:cubicBezTo>
                    <a:pt x="6975567" y="7806976"/>
                    <a:pt x="6970967" y="7929905"/>
                    <a:pt x="6971509" y="7959261"/>
                  </a:cubicBezTo>
                  <a:cubicBezTo>
                    <a:pt x="6973433" y="8062322"/>
                    <a:pt x="6984987" y="8163982"/>
                    <a:pt x="6991312" y="8266662"/>
                  </a:cubicBezTo>
                  <a:cubicBezTo>
                    <a:pt x="6993646" y="8304619"/>
                    <a:pt x="6994722" y="8385810"/>
                    <a:pt x="7010676" y="8418881"/>
                  </a:cubicBezTo>
                  <a:cubicBezTo>
                    <a:pt x="7023449" y="8445370"/>
                    <a:pt x="7070150" y="8478164"/>
                    <a:pt x="7093210" y="8498157"/>
                  </a:cubicBezTo>
                  <a:cubicBezTo>
                    <a:pt x="7164086" y="8559575"/>
                    <a:pt x="7237133" y="8622640"/>
                    <a:pt x="7315781" y="8673951"/>
                  </a:cubicBezTo>
                  <a:cubicBezTo>
                    <a:pt x="7338746" y="8688934"/>
                    <a:pt x="7437244" y="8748655"/>
                    <a:pt x="7445597" y="8766591"/>
                  </a:cubicBezTo>
                  <a:cubicBezTo>
                    <a:pt x="7473001" y="8825389"/>
                    <a:pt x="7422071" y="8721300"/>
                    <a:pt x="7444454" y="8778735"/>
                  </a:cubicBezTo>
                  <a:cubicBezTo>
                    <a:pt x="7283044" y="8708203"/>
                    <a:pt x="7146379" y="8563499"/>
                    <a:pt x="7011095" y="8454723"/>
                  </a:cubicBezTo>
                  <a:cubicBezTo>
                    <a:pt x="7025478" y="8516064"/>
                    <a:pt x="7031174" y="8578920"/>
                    <a:pt x="7040566" y="8641661"/>
                  </a:cubicBezTo>
                  <a:cubicBezTo>
                    <a:pt x="7044080" y="8665197"/>
                    <a:pt x="7054491" y="8693582"/>
                    <a:pt x="7053034" y="8717090"/>
                  </a:cubicBezTo>
                  <a:cubicBezTo>
                    <a:pt x="7051805" y="8737025"/>
                    <a:pt x="7052501" y="8701354"/>
                    <a:pt x="7048481" y="8727805"/>
                  </a:cubicBezTo>
                  <a:cubicBezTo>
                    <a:pt x="7043309" y="8722271"/>
                    <a:pt x="7037718" y="8721709"/>
                    <a:pt x="7033479" y="8714413"/>
                  </a:cubicBezTo>
                  <a:cubicBezTo>
                    <a:pt x="7005085" y="8665540"/>
                    <a:pt x="6989131" y="8546554"/>
                    <a:pt x="6985816" y="8489661"/>
                  </a:cubicBezTo>
                  <a:cubicBezTo>
                    <a:pt x="6984787" y="8471916"/>
                    <a:pt x="6990417" y="8449875"/>
                    <a:pt x="6987845" y="8433359"/>
                  </a:cubicBezTo>
                  <a:cubicBezTo>
                    <a:pt x="6985740" y="8419795"/>
                    <a:pt x="6940706" y="8373570"/>
                    <a:pt x="6929761" y="8360235"/>
                  </a:cubicBezTo>
                  <a:cubicBezTo>
                    <a:pt x="6903253" y="8327936"/>
                    <a:pt x="6876364" y="8295218"/>
                    <a:pt x="6854409" y="8259575"/>
                  </a:cubicBezTo>
                  <a:cubicBezTo>
                    <a:pt x="6839464" y="8235315"/>
                    <a:pt x="6828215" y="8208340"/>
                    <a:pt x="6812804" y="8185337"/>
                  </a:cubicBezTo>
                  <a:cubicBezTo>
                    <a:pt x="6804212" y="8219894"/>
                    <a:pt x="6798650" y="8256127"/>
                    <a:pt x="6803003" y="8292132"/>
                  </a:cubicBezTo>
                  <a:cubicBezTo>
                    <a:pt x="6813956" y="8382648"/>
                    <a:pt x="6937543" y="8604799"/>
                    <a:pt x="6984530" y="8693201"/>
                  </a:cubicBezTo>
                  <a:cubicBezTo>
                    <a:pt x="7010267" y="8741635"/>
                    <a:pt x="7036727" y="8790518"/>
                    <a:pt x="7065845" y="8837009"/>
                  </a:cubicBezTo>
                  <a:cubicBezTo>
                    <a:pt x="7073236" y="8848801"/>
                    <a:pt x="7104355" y="8888320"/>
                    <a:pt x="7104450" y="8899160"/>
                  </a:cubicBezTo>
                  <a:cubicBezTo>
                    <a:pt x="7104574" y="8914619"/>
                    <a:pt x="7068798" y="8899798"/>
                    <a:pt x="7062892" y="8898484"/>
                  </a:cubicBezTo>
                  <a:cubicBezTo>
                    <a:pt x="7062045" y="8898112"/>
                    <a:pt x="7053624" y="8899874"/>
                    <a:pt x="7051538" y="8899960"/>
                  </a:cubicBezTo>
                  <a:cubicBezTo>
                    <a:pt x="7051091" y="8899979"/>
                    <a:pt x="7074275" y="8900122"/>
                    <a:pt x="7071932" y="8887539"/>
                  </a:cubicBezTo>
                  <a:cubicBezTo>
                    <a:pt x="7068207" y="8867480"/>
                    <a:pt x="7043204" y="8841019"/>
                    <a:pt x="7032136" y="8823760"/>
                  </a:cubicBezTo>
                  <a:cubicBezTo>
                    <a:pt x="6980396" y="8743036"/>
                    <a:pt x="6939324" y="8652796"/>
                    <a:pt x="6885756" y="8575005"/>
                  </a:cubicBezTo>
                  <a:cubicBezTo>
                    <a:pt x="6844941" y="8674113"/>
                    <a:pt x="6839150" y="8795623"/>
                    <a:pt x="6838950" y="8903160"/>
                  </a:cubicBezTo>
                  <a:cubicBezTo>
                    <a:pt x="6704571" y="8914714"/>
                    <a:pt x="6565392" y="8905875"/>
                    <a:pt x="6430204" y="8905875"/>
                  </a:cubicBezTo>
                  <a:cubicBezTo>
                    <a:pt x="6380845" y="8905875"/>
                    <a:pt x="6246990" y="8913838"/>
                    <a:pt x="6207328" y="8905342"/>
                  </a:cubicBezTo>
                  <a:cubicBezTo>
                    <a:pt x="6169609" y="8897264"/>
                    <a:pt x="6229798" y="8907847"/>
                    <a:pt x="6190183" y="8897083"/>
                  </a:cubicBezTo>
                  <a:cubicBezTo>
                    <a:pt x="6180553" y="8894464"/>
                    <a:pt x="6173476" y="8903722"/>
                    <a:pt x="6164466" y="8905418"/>
                  </a:cubicBezTo>
                  <a:cubicBezTo>
                    <a:pt x="6153055" y="8907570"/>
                    <a:pt x="6144511" y="8903141"/>
                    <a:pt x="6134100" y="8901960"/>
                  </a:cubicBezTo>
                  <a:cubicBezTo>
                    <a:pt x="6186087" y="8854564"/>
                    <a:pt x="6170438" y="8925830"/>
                    <a:pt x="6205233" y="8868051"/>
                  </a:cubicBezTo>
                  <a:cubicBezTo>
                    <a:pt x="6250686" y="8792575"/>
                    <a:pt x="6266783" y="8689962"/>
                    <a:pt x="6256401" y="8603685"/>
                  </a:cubicBezTo>
                  <a:cubicBezTo>
                    <a:pt x="6253410" y="8578796"/>
                    <a:pt x="6245895" y="8523218"/>
                    <a:pt x="6216882" y="8515131"/>
                  </a:cubicBezTo>
                  <a:cubicBezTo>
                    <a:pt x="6194108" y="8508787"/>
                    <a:pt x="6179468" y="8532057"/>
                    <a:pt x="6160741" y="8539905"/>
                  </a:cubicBezTo>
                  <a:cubicBezTo>
                    <a:pt x="6099448" y="8565613"/>
                    <a:pt x="6202413" y="8521446"/>
                    <a:pt x="6145139" y="8542030"/>
                  </a:cubicBezTo>
                  <a:cubicBezTo>
                    <a:pt x="6133043" y="8502263"/>
                    <a:pt x="6125470" y="8449932"/>
                    <a:pt x="6174791" y="8433425"/>
                  </a:cubicBezTo>
                  <a:cubicBezTo>
                    <a:pt x="6205509" y="8423138"/>
                    <a:pt x="6213843" y="8451894"/>
                    <a:pt x="6237770" y="8412928"/>
                  </a:cubicBezTo>
                  <a:cubicBezTo>
                    <a:pt x="6287014" y="8332699"/>
                    <a:pt x="6303293" y="8168459"/>
                    <a:pt x="6265135" y="8083048"/>
                  </a:cubicBezTo>
                  <a:cubicBezTo>
                    <a:pt x="6239532" y="8089954"/>
                    <a:pt x="6214939" y="8098374"/>
                    <a:pt x="6188526" y="8099974"/>
                  </a:cubicBezTo>
                  <a:cubicBezTo>
                    <a:pt x="6188583" y="8075876"/>
                    <a:pt x="6193727" y="8011944"/>
                    <a:pt x="6226559" y="8006277"/>
                  </a:cubicBezTo>
                  <a:cubicBezTo>
                    <a:pt x="6240113" y="8003934"/>
                    <a:pt x="6250667" y="8019631"/>
                    <a:pt x="6263192" y="8015973"/>
                  </a:cubicBezTo>
                  <a:cubicBezTo>
                    <a:pt x="6285138" y="8009563"/>
                    <a:pt x="6304236" y="7968348"/>
                    <a:pt x="6312141" y="7949146"/>
                  </a:cubicBezTo>
                  <a:cubicBezTo>
                    <a:pt x="6331696" y="7901607"/>
                    <a:pt x="6353289" y="7812129"/>
                    <a:pt x="6337364" y="7762370"/>
                  </a:cubicBezTo>
                  <a:cubicBezTo>
                    <a:pt x="6327400" y="7731223"/>
                    <a:pt x="6305055" y="7737510"/>
                    <a:pt x="6298044" y="7717479"/>
                  </a:cubicBezTo>
                  <a:cubicBezTo>
                    <a:pt x="6294920" y="7708583"/>
                    <a:pt x="6293415" y="7675235"/>
                    <a:pt x="6291824" y="7662986"/>
                  </a:cubicBezTo>
                  <a:cubicBezTo>
                    <a:pt x="6256315" y="7679750"/>
                    <a:pt x="6227912" y="7684770"/>
                    <a:pt x="6188421" y="7686094"/>
                  </a:cubicBezTo>
                  <a:cubicBezTo>
                    <a:pt x="6181058" y="7686342"/>
                    <a:pt x="6165818" y="7684465"/>
                    <a:pt x="6160370" y="7691114"/>
                  </a:cubicBezTo>
                  <a:cubicBezTo>
                    <a:pt x="6160189" y="7691333"/>
                    <a:pt x="6167466" y="7704039"/>
                    <a:pt x="6167742" y="7704449"/>
                  </a:cubicBezTo>
                  <a:cubicBezTo>
                    <a:pt x="6160446" y="7703163"/>
                    <a:pt x="6136253" y="7695857"/>
                    <a:pt x="6129595" y="7699848"/>
                  </a:cubicBezTo>
                  <a:cubicBezTo>
                    <a:pt x="6124099" y="7703144"/>
                    <a:pt x="6123442" y="7712916"/>
                    <a:pt x="6122003" y="7718288"/>
                  </a:cubicBezTo>
                  <a:cubicBezTo>
                    <a:pt x="6102258" y="7791888"/>
                    <a:pt x="6144073" y="7807795"/>
                    <a:pt x="6140348" y="7844304"/>
                  </a:cubicBezTo>
                  <a:cubicBezTo>
                    <a:pt x="6137710" y="7870117"/>
                    <a:pt x="6095152" y="7881899"/>
                    <a:pt x="6085151" y="7905626"/>
                  </a:cubicBezTo>
                  <a:cubicBezTo>
                    <a:pt x="6067215" y="7948146"/>
                    <a:pt x="6060824" y="8057245"/>
                    <a:pt x="6062920" y="8103299"/>
                  </a:cubicBezTo>
                  <a:cubicBezTo>
                    <a:pt x="6087570" y="8090364"/>
                    <a:pt x="6139377" y="8066313"/>
                    <a:pt x="6165742" y="8089344"/>
                  </a:cubicBezTo>
                  <a:cubicBezTo>
                    <a:pt x="6167590" y="8090964"/>
                    <a:pt x="6166171" y="8094764"/>
                    <a:pt x="6168066" y="8096336"/>
                  </a:cubicBezTo>
                  <a:cubicBezTo>
                    <a:pt x="6145406" y="8101727"/>
                    <a:pt x="6120346" y="8099346"/>
                    <a:pt x="6097000" y="8109375"/>
                  </a:cubicBezTo>
                  <a:cubicBezTo>
                    <a:pt x="6029973" y="8138179"/>
                    <a:pt x="6051785" y="8173298"/>
                    <a:pt x="6055785" y="8230257"/>
                  </a:cubicBezTo>
                  <a:cubicBezTo>
                    <a:pt x="6057938" y="8260928"/>
                    <a:pt x="6053442" y="8288331"/>
                    <a:pt x="6045327" y="8317601"/>
                  </a:cubicBezTo>
                  <a:cubicBezTo>
                    <a:pt x="6078112" y="8324555"/>
                    <a:pt x="6012094" y="8320964"/>
                    <a:pt x="6053880" y="8324098"/>
                  </a:cubicBezTo>
                  <a:cubicBezTo>
                    <a:pt x="6095686" y="8327222"/>
                    <a:pt x="6106944" y="8334794"/>
                    <a:pt x="6130757" y="8369094"/>
                  </a:cubicBezTo>
                  <a:cubicBezTo>
                    <a:pt x="6101220" y="8369951"/>
                    <a:pt x="6078865" y="8362207"/>
                    <a:pt x="6051109" y="8352406"/>
                  </a:cubicBezTo>
                  <a:cubicBezTo>
                    <a:pt x="6019733" y="8403279"/>
                    <a:pt x="6023610" y="8490042"/>
                    <a:pt x="6022181" y="8549888"/>
                  </a:cubicBezTo>
                  <a:cubicBezTo>
                    <a:pt x="6047965" y="8535038"/>
                    <a:pt x="6070283" y="8523646"/>
                    <a:pt x="6099458" y="8517284"/>
                  </a:cubicBezTo>
                  <a:cubicBezTo>
                    <a:pt x="6098581" y="8520417"/>
                    <a:pt x="6103791" y="8523161"/>
                    <a:pt x="6103106" y="8526342"/>
                  </a:cubicBezTo>
                  <a:cubicBezTo>
                    <a:pt x="6100953" y="8536353"/>
                    <a:pt x="6072978" y="8543020"/>
                    <a:pt x="6063977" y="8547525"/>
                  </a:cubicBezTo>
                  <a:cubicBezTo>
                    <a:pt x="6075436" y="8548354"/>
                    <a:pt x="6098381" y="8542449"/>
                    <a:pt x="6109726" y="8546621"/>
                  </a:cubicBezTo>
                  <a:cubicBezTo>
                    <a:pt x="6160132" y="8565156"/>
                    <a:pt x="6066749" y="8533124"/>
                    <a:pt x="6112621" y="8554345"/>
                  </a:cubicBezTo>
                  <a:cubicBezTo>
                    <a:pt x="6079074" y="8567347"/>
                    <a:pt x="6007475" y="8573605"/>
                    <a:pt x="5992416" y="8598275"/>
                  </a:cubicBezTo>
                  <a:cubicBezTo>
                    <a:pt x="5981576" y="8616020"/>
                    <a:pt x="5999540" y="8675846"/>
                    <a:pt x="6002398" y="8698630"/>
                  </a:cubicBezTo>
                  <a:cubicBezTo>
                    <a:pt x="6004455" y="8714994"/>
                    <a:pt x="6007779" y="8731034"/>
                    <a:pt x="6006713" y="8747617"/>
                  </a:cubicBezTo>
                  <a:cubicBezTo>
                    <a:pt x="6005503" y="8766496"/>
                    <a:pt x="5995159" y="8789527"/>
                    <a:pt x="6000445" y="8808072"/>
                  </a:cubicBezTo>
                  <a:cubicBezTo>
                    <a:pt x="6010742" y="8844143"/>
                    <a:pt x="6094133" y="8886158"/>
                    <a:pt x="6124575" y="8904551"/>
                  </a:cubicBezTo>
                  <a:cubicBezTo>
                    <a:pt x="6120584" y="8904522"/>
                    <a:pt x="6118127" y="8899665"/>
                    <a:pt x="6114393" y="8898255"/>
                  </a:cubicBezTo>
                  <a:cubicBezTo>
                    <a:pt x="6103315" y="8894074"/>
                    <a:pt x="6098496" y="8907694"/>
                    <a:pt x="6086866" y="8902408"/>
                  </a:cubicBezTo>
                  <a:cubicBezTo>
                    <a:pt x="6051471" y="8886320"/>
                    <a:pt x="6022772" y="8856316"/>
                    <a:pt x="5991663" y="8833895"/>
                  </a:cubicBezTo>
                  <a:cubicBezTo>
                    <a:pt x="5966803" y="8878300"/>
                    <a:pt x="6007484" y="8788546"/>
                    <a:pt x="5983500" y="8839791"/>
                  </a:cubicBezTo>
                  <a:cubicBezTo>
                    <a:pt x="5977185" y="8853278"/>
                    <a:pt x="5974832" y="8874033"/>
                    <a:pt x="5972966" y="8888816"/>
                  </a:cubicBezTo>
                  <a:cubicBezTo>
                    <a:pt x="5972556" y="8892064"/>
                    <a:pt x="5972432" y="8900160"/>
                    <a:pt x="5969498" y="8903065"/>
                  </a:cubicBezTo>
                  <a:cubicBezTo>
                    <a:pt x="5966031" y="8906485"/>
                    <a:pt x="5958669" y="8902503"/>
                    <a:pt x="5955154" y="8905875"/>
                  </a:cubicBezTo>
                  <a:cubicBezTo>
                    <a:pt x="5947115" y="8882882"/>
                    <a:pt x="5950563" y="8923115"/>
                    <a:pt x="5947296" y="8898588"/>
                  </a:cubicBezTo>
                  <a:cubicBezTo>
                    <a:pt x="5945667" y="8886377"/>
                    <a:pt x="5950706" y="8870566"/>
                    <a:pt x="5951591" y="8858279"/>
                  </a:cubicBezTo>
                  <a:cubicBezTo>
                    <a:pt x="5955316" y="8806367"/>
                    <a:pt x="5961602" y="8756447"/>
                    <a:pt x="5968813" y="8705031"/>
                  </a:cubicBezTo>
                  <a:cubicBezTo>
                    <a:pt x="5973347" y="8672703"/>
                    <a:pt x="5960164" y="8644214"/>
                    <a:pt x="5959650" y="8612581"/>
                  </a:cubicBezTo>
                  <a:cubicBezTo>
                    <a:pt x="5959307" y="8591379"/>
                    <a:pt x="5973289" y="8571748"/>
                    <a:pt x="5977947" y="8551288"/>
                  </a:cubicBezTo>
                  <a:lnTo>
                    <a:pt x="5984881" y="8504444"/>
                  </a:lnTo>
                  <a:cubicBezTo>
                    <a:pt x="5988196" y="8478736"/>
                    <a:pt x="5986110" y="8452714"/>
                    <a:pt x="5988482" y="8426920"/>
                  </a:cubicBezTo>
                  <a:cubicBezTo>
                    <a:pt x="5998855" y="8313744"/>
                    <a:pt x="6004903" y="8199672"/>
                    <a:pt x="6019209" y="8086906"/>
                  </a:cubicBezTo>
                  <a:cubicBezTo>
                    <a:pt x="6022819" y="8058436"/>
                    <a:pt x="6030820" y="8030194"/>
                    <a:pt x="6035859" y="8001905"/>
                  </a:cubicBezTo>
                  <a:cubicBezTo>
                    <a:pt x="6047327" y="7937449"/>
                    <a:pt x="6055519" y="7872736"/>
                    <a:pt x="6068549" y="7808500"/>
                  </a:cubicBezTo>
                  <a:cubicBezTo>
                    <a:pt x="6078836" y="7757779"/>
                    <a:pt x="6092847" y="7709497"/>
                    <a:pt x="6100010" y="7658005"/>
                  </a:cubicBezTo>
                  <a:cubicBezTo>
                    <a:pt x="6111707" y="7573909"/>
                    <a:pt x="6130090" y="7489174"/>
                    <a:pt x="6147626" y="7406135"/>
                  </a:cubicBezTo>
                  <a:cubicBezTo>
                    <a:pt x="6152645" y="7382361"/>
                    <a:pt x="6169628" y="7316495"/>
                    <a:pt x="6162037" y="7295245"/>
                  </a:cubicBezTo>
                  <a:cubicBezTo>
                    <a:pt x="6158332" y="7284891"/>
                    <a:pt x="6098886" y="7278291"/>
                    <a:pt x="6085846" y="7275919"/>
                  </a:cubicBezTo>
                  <a:cubicBezTo>
                    <a:pt x="6064482" y="7272033"/>
                    <a:pt x="6039126" y="7261850"/>
                    <a:pt x="6017352" y="7265603"/>
                  </a:cubicBezTo>
                  <a:cubicBezTo>
                    <a:pt x="5976823" y="7272595"/>
                    <a:pt x="5940457" y="7363816"/>
                    <a:pt x="5932475" y="7398029"/>
                  </a:cubicBezTo>
                  <a:cubicBezTo>
                    <a:pt x="5980605" y="7402878"/>
                    <a:pt x="6024410" y="7423871"/>
                    <a:pt x="5999140" y="7481192"/>
                  </a:cubicBezTo>
                  <a:cubicBezTo>
                    <a:pt x="5976928" y="7531551"/>
                    <a:pt x="5915501" y="7499118"/>
                    <a:pt x="5905938" y="7520321"/>
                  </a:cubicBezTo>
                  <a:cubicBezTo>
                    <a:pt x="5894327" y="7546067"/>
                    <a:pt x="5883002" y="7635545"/>
                    <a:pt x="5875125" y="7670216"/>
                  </a:cubicBezTo>
                  <a:cubicBezTo>
                    <a:pt x="5849007" y="7785059"/>
                    <a:pt x="5826490" y="7899692"/>
                    <a:pt x="5809240" y="8016278"/>
                  </a:cubicBezTo>
                  <a:cubicBezTo>
                    <a:pt x="5802982" y="8058560"/>
                    <a:pt x="5794524" y="8099898"/>
                    <a:pt x="5792162" y="8142532"/>
                  </a:cubicBezTo>
                  <a:cubicBezTo>
                    <a:pt x="5810069" y="8141332"/>
                    <a:pt x="5832529" y="8137608"/>
                    <a:pt x="5850255" y="8143742"/>
                  </a:cubicBezTo>
                  <a:cubicBezTo>
                    <a:pt x="5893070" y="8158544"/>
                    <a:pt x="5897909" y="8221570"/>
                    <a:pt x="5867190" y="8250479"/>
                  </a:cubicBezTo>
                  <a:cubicBezTo>
                    <a:pt x="5842311" y="8273901"/>
                    <a:pt x="5812631" y="8268319"/>
                    <a:pt x="5783047" y="8260299"/>
                  </a:cubicBezTo>
                  <a:cubicBezTo>
                    <a:pt x="5759177" y="8332203"/>
                    <a:pt x="5759158" y="8426348"/>
                    <a:pt x="5750709" y="8502815"/>
                  </a:cubicBezTo>
                  <a:lnTo>
                    <a:pt x="5732050" y="8715204"/>
                  </a:lnTo>
                  <a:cubicBezTo>
                    <a:pt x="5728468" y="8757409"/>
                    <a:pt x="5722668" y="8797881"/>
                    <a:pt x="5728630" y="8838952"/>
                  </a:cubicBezTo>
                  <a:cubicBezTo>
                    <a:pt x="5739822" y="8832571"/>
                    <a:pt x="5748547" y="8825817"/>
                    <a:pt x="5761758" y="8823760"/>
                  </a:cubicBezTo>
                  <a:cubicBezTo>
                    <a:pt x="5805221" y="8816997"/>
                    <a:pt x="5825804" y="8861831"/>
                    <a:pt x="5810983" y="8898017"/>
                  </a:cubicBezTo>
                  <a:cubicBezTo>
                    <a:pt x="5806954" y="8907847"/>
                    <a:pt x="5787066" y="8909971"/>
                    <a:pt x="5782513" y="8899169"/>
                  </a:cubicBezTo>
                  <a:cubicBezTo>
                    <a:pt x="5779637" y="8892340"/>
                    <a:pt x="5781389" y="8883767"/>
                    <a:pt x="5779627" y="8876586"/>
                  </a:cubicBezTo>
                  <a:cubicBezTo>
                    <a:pt x="5777855" y="8879110"/>
                    <a:pt x="5774026" y="8879424"/>
                    <a:pt x="5771864" y="8881624"/>
                  </a:cubicBezTo>
                  <a:cubicBezTo>
                    <a:pt x="5766092" y="8887511"/>
                    <a:pt x="5767759" y="8896655"/>
                    <a:pt x="5761758" y="8902017"/>
                  </a:cubicBezTo>
                  <a:cubicBezTo>
                    <a:pt x="5754138" y="8908828"/>
                    <a:pt x="5651383" y="8908228"/>
                    <a:pt x="5637190" y="8905399"/>
                  </a:cubicBezTo>
                  <a:cubicBezTo>
                    <a:pt x="5623398" y="8902637"/>
                    <a:pt x="5620922" y="8896712"/>
                    <a:pt x="5606682" y="8899160"/>
                  </a:cubicBezTo>
                  <a:cubicBezTo>
                    <a:pt x="5603919" y="8899636"/>
                    <a:pt x="5616083" y="8897979"/>
                    <a:pt x="5614359" y="8895779"/>
                  </a:cubicBezTo>
                  <a:cubicBezTo>
                    <a:pt x="5627389" y="8890521"/>
                    <a:pt x="5659307" y="8883520"/>
                    <a:pt x="5666137" y="8870528"/>
                  </a:cubicBezTo>
                  <a:cubicBezTo>
                    <a:pt x="5706104" y="8794509"/>
                    <a:pt x="5627465" y="8936298"/>
                    <a:pt x="5663689" y="8858431"/>
                  </a:cubicBezTo>
                  <a:cubicBezTo>
                    <a:pt x="5475980" y="8771630"/>
                    <a:pt x="5287832" y="8682609"/>
                    <a:pt x="5104724" y="8586435"/>
                  </a:cubicBezTo>
                  <a:cubicBezTo>
                    <a:pt x="5049955" y="8557670"/>
                    <a:pt x="4993386" y="8532743"/>
                    <a:pt x="4937912" y="8505444"/>
                  </a:cubicBezTo>
                  <a:cubicBezTo>
                    <a:pt x="4920748" y="8497005"/>
                    <a:pt x="4891307" y="8472402"/>
                    <a:pt x="4872057" y="8473240"/>
                  </a:cubicBezTo>
                  <a:cubicBezTo>
                    <a:pt x="4842824" y="8474507"/>
                    <a:pt x="4808953" y="8488994"/>
                    <a:pt x="4780302" y="8495719"/>
                  </a:cubicBezTo>
                  <a:cubicBezTo>
                    <a:pt x="4673937" y="8520713"/>
                    <a:pt x="4567838" y="8547706"/>
                    <a:pt x="4461110" y="8570814"/>
                  </a:cubicBezTo>
                  <a:lnTo>
                    <a:pt x="4243892" y="8618544"/>
                  </a:lnTo>
                  <a:cubicBezTo>
                    <a:pt x="4216098" y="8624202"/>
                    <a:pt x="4177103" y="8624973"/>
                    <a:pt x="4152138" y="8638670"/>
                  </a:cubicBezTo>
                  <a:cubicBezTo>
                    <a:pt x="4123334" y="8654472"/>
                    <a:pt x="4172874" y="8628707"/>
                    <a:pt x="4144813" y="8647852"/>
                  </a:cubicBezTo>
                  <a:cubicBezTo>
                    <a:pt x="4202563" y="8706450"/>
                    <a:pt x="4365727" y="8796776"/>
                    <a:pt x="4442927" y="8844143"/>
                  </a:cubicBezTo>
                  <a:cubicBezTo>
                    <a:pt x="4474197" y="8863327"/>
                    <a:pt x="4507316" y="8880710"/>
                    <a:pt x="4533128" y="8905875"/>
                  </a:cubicBezTo>
                  <a:cubicBezTo>
                    <a:pt x="4506030" y="8905875"/>
                    <a:pt x="4360783" y="8911171"/>
                    <a:pt x="4346610" y="8903875"/>
                  </a:cubicBezTo>
                  <a:cubicBezTo>
                    <a:pt x="4339781" y="8900360"/>
                    <a:pt x="4335085" y="8892073"/>
                    <a:pt x="4328265" y="8887873"/>
                  </a:cubicBezTo>
                  <a:cubicBezTo>
                    <a:pt x="4268972" y="8851382"/>
                    <a:pt x="4209926" y="8806491"/>
                    <a:pt x="4146909" y="8778116"/>
                  </a:cubicBezTo>
                  <a:cubicBezTo>
                    <a:pt x="4145575" y="8802405"/>
                    <a:pt x="4152671" y="8885749"/>
                    <a:pt x="4148147" y="8900179"/>
                  </a:cubicBezTo>
                  <a:cubicBezTo>
                    <a:pt x="4143194" y="8916000"/>
                    <a:pt x="4149157" y="8889063"/>
                    <a:pt x="4139813" y="8905875"/>
                  </a:cubicBezTo>
                  <a:cubicBezTo>
                    <a:pt x="4133174" y="8903341"/>
                    <a:pt x="4123115" y="8909047"/>
                    <a:pt x="4117238" y="8902675"/>
                  </a:cubicBezTo>
                  <a:cubicBezTo>
                    <a:pt x="4106380" y="8890883"/>
                    <a:pt x="4117296" y="8779364"/>
                    <a:pt x="4103951" y="8753065"/>
                  </a:cubicBezTo>
                  <a:cubicBezTo>
                    <a:pt x="4095902" y="8737187"/>
                    <a:pt x="4057793" y="8708860"/>
                    <a:pt x="4040915" y="8704707"/>
                  </a:cubicBezTo>
                  <a:cubicBezTo>
                    <a:pt x="4011120" y="8697373"/>
                    <a:pt x="3993871" y="8698859"/>
                    <a:pt x="3983555" y="8662330"/>
                  </a:cubicBezTo>
                  <a:cubicBezTo>
                    <a:pt x="3971715" y="8620392"/>
                    <a:pt x="4003958" y="8571224"/>
                    <a:pt x="4050944" y="8584502"/>
                  </a:cubicBezTo>
                  <a:cubicBezTo>
                    <a:pt x="4069547" y="8589750"/>
                    <a:pt x="4085196" y="8608819"/>
                    <a:pt x="4099227" y="8621125"/>
                  </a:cubicBezTo>
                  <a:cubicBezTo>
                    <a:pt x="4114114" y="8538229"/>
                    <a:pt x="4093102" y="8376971"/>
                    <a:pt x="4089673" y="8285131"/>
                  </a:cubicBezTo>
                  <a:lnTo>
                    <a:pt x="4084491" y="8114119"/>
                  </a:lnTo>
                  <a:cubicBezTo>
                    <a:pt x="4083949" y="8095679"/>
                    <a:pt x="4086682" y="8074009"/>
                    <a:pt x="4082615" y="8055997"/>
                  </a:cubicBezTo>
                  <a:cubicBezTo>
                    <a:pt x="4073309" y="8014783"/>
                    <a:pt x="3998700" y="8044482"/>
                    <a:pt x="3983260" y="7985960"/>
                  </a:cubicBezTo>
                  <a:cubicBezTo>
                    <a:pt x="3965115" y="7917199"/>
                    <a:pt x="4030475" y="7875146"/>
                    <a:pt x="4082234" y="7930925"/>
                  </a:cubicBezTo>
                  <a:cubicBezTo>
                    <a:pt x="4098969" y="7871022"/>
                    <a:pt x="4094359" y="7803080"/>
                    <a:pt x="4097712" y="7740167"/>
                  </a:cubicBezTo>
                  <a:lnTo>
                    <a:pt x="4113057" y="7510624"/>
                  </a:lnTo>
                  <a:cubicBezTo>
                    <a:pt x="4114276" y="7485612"/>
                    <a:pt x="4129459" y="7384771"/>
                    <a:pt x="4122087" y="7367721"/>
                  </a:cubicBezTo>
                  <a:cubicBezTo>
                    <a:pt x="4105256" y="7328821"/>
                    <a:pt x="4019579" y="7383990"/>
                    <a:pt x="4014540" y="7293778"/>
                  </a:cubicBezTo>
                  <a:cubicBezTo>
                    <a:pt x="4012140" y="7251021"/>
                    <a:pt x="4050792" y="7212311"/>
                    <a:pt x="4093997" y="7227856"/>
                  </a:cubicBezTo>
                  <a:cubicBezTo>
                    <a:pt x="4108428" y="7233056"/>
                    <a:pt x="4121496" y="7247020"/>
                    <a:pt x="4133021" y="7256593"/>
                  </a:cubicBezTo>
                  <a:cubicBezTo>
                    <a:pt x="4151347" y="7191927"/>
                    <a:pt x="4158853" y="7116937"/>
                    <a:pt x="4161663" y="7049481"/>
                  </a:cubicBezTo>
                  <a:cubicBezTo>
                    <a:pt x="4134202" y="7047281"/>
                    <a:pt x="4034199" y="7047128"/>
                    <a:pt x="4014149" y="7070798"/>
                  </a:cubicBezTo>
                  <a:cubicBezTo>
                    <a:pt x="4001252" y="7086029"/>
                    <a:pt x="4007053" y="7116147"/>
                    <a:pt x="3996795" y="7134816"/>
                  </a:cubicBezTo>
                  <a:cubicBezTo>
                    <a:pt x="3989451" y="7148189"/>
                    <a:pt x="3979174" y="7159819"/>
                    <a:pt x="3973992" y="7174373"/>
                  </a:cubicBezTo>
                  <a:cubicBezTo>
                    <a:pt x="3958828" y="7216978"/>
                    <a:pt x="3958552" y="7264203"/>
                    <a:pt x="3952675" y="7308580"/>
                  </a:cubicBezTo>
                  <a:cubicBezTo>
                    <a:pt x="3944655" y="7369102"/>
                    <a:pt x="3932130" y="7427928"/>
                    <a:pt x="3929091" y="7489222"/>
                  </a:cubicBezTo>
                  <a:cubicBezTo>
                    <a:pt x="3924348" y="7584919"/>
                    <a:pt x="3913241" y="7680217"/>
                    <a:pt x="3908527" y="7775715"/>
                  </a:cubicBezTo>
                  <a:cubicBezTo>
                    <a:pt x="3902897" y="7889615"/>
                    <a:pt x="3900907" y="8004210"/>
                    <a:pt x="3901583" y="8118243"/>
                  </a:cubicBezTo>
                  <a:cubicBezTo>
                    <a:pt x="3901811" y="8155962"/>
                    <a:pt x="3912032" y="8191671"/>
                    <a:pt x="3914889" y="8228876"/>
                  </a:cubicBezTo>
                  <a:cubicBezTo>
                    <a:pt x="3916166" y="8245459"/>
                    <a:pt x="3902697" y="8253060"/>
                    <a:pt x="3903012" y="8270405"/>
                  </a:cubicBezTo>
                  <a:cubicBezTo>
                    <a:pt x="3904545" y="8353111"/>
                    <a:pt x="3915175" y="8435597"/>
                    <a:pt x="3915280" y="8518274"/>
                  </a:cubicBezTo>
                  <a:cubicBezTo>
                    <a:pt x="3915385" y="8603456"/>
                    <a:pt x="3921643" y="8689562"/>
                    <a:pt x="3928986" y="8774411"/>
                  </a:cubicBezTo>
                  <a:cubicBezTo>
                    <a:pt x="3930615" y="8793223"/>
                    <a:pt x="3937387" y="8888663"/>
                    <a:pt x="3931396" y="8900884"/>
                  </a:cubicBezTo>
                  <a:cubicBezTo>
                    <a:pt x="3916280" y="8931707"/>
                    <a:pt x="3940045" y="8872137"/>
                    <a:pt x="3919652" y="8905875"/>
                  </a:cubicBezTo>
                  <a:cubicBezTo>
                    <a:pt x="3914804" y="8903456"/>
                    <a:pt x="3908574" y="8906666"/>
                    <a:pt x="3903421" y="8904999"/>
                  </a:cubicBezTo>
                  <a:cubicBezTo>
                    <a:pt x="3889048" y="8900351"/>
                    <a:pt x="3904431" y="8879338"/>
                    <a:pt x="3895115" y="8871147"/>
                  </a:cubicBezTo>
                  <a:cubicBezTo>
                    <a:pt x="3889810" y="8866470"/>
                    <a:pt x="3873379" y="8874347"/>
                    <a:pt x="3874179" y="8864060"/>
                  </a:cubicBezTo>
                  <a:cubicBezTo>
                    <a:pt x="3875751" y="8843543"/>
                    <a:pt x="3899926" y="8827922"/>
                    <a:pt x="3887295" y="8804996"/>
                  </a:cubicBezTo>
                  <a:cubicBezTo>
                    <a:pt x="3880018" y="8791794"/>
                    <a:pt x="3809733" y="8750675"/>
                    <a:pt x="3794865" y="8744417"/>
                  </a:cubicBezTo>
                  <a:cubicBezTo>
                    <a:pt x="3780520" y="8738397"/>
                    <a:pt x="3767452" y="8745112"/>
                    <a:pt x="3753021" y="8743312"/>
                  </a:cubicBezTo>
                  <a:cubicBezTo>
                    <a:pt x="3693023" y="8735825"/>
                    <a:pt x="3796979" y="8747379"/>
                    <a:pt x="3741506" y="8736387"/>
                  </a:cubicBezTo>
                  <a:cubicBezTo>
                    <a:pt x="3764337" y="8717832"/>
                    <a:pt x="3784702" y="8709250"/>
                    <a:pt x="3812981" y="8699087"/>
                  </a:cubicBezTo>
                  <a:lnTo>
                    <a:pt x="3811838" y="8724357"/>
                  </a:lnTo>
                  <a:cubicBezTo>
                    <a:pt x="3814401" y="8739083"/>
                    <a:pt x="3871617" y="8741054"/>
                    <a:pt x="3883819" y="8741912"/>
                  </a:cubicBezTo>
                  <a:cubicBezTo>
                    <a:pt x="3886876" y="8713832"/>
                    <a:pt x="3883790" y="8687914"/>
                    <a:pt x="3882552" y="8659016"/>
                  </a:cubicBezTo>
                  <a:cubicBezTo>
                    <a:pt x="3880304" y="8606828"/>
                    <a:pt x="3888372" y="8557308"/>
                    <a:pt x="3849481" y="8515788"/>
                  </a:cubicBezTo>
                  <a:cubicBezTo>
                    <a:pt x="3819868" y="8484175"/>
                    <a:pt x="3720541" y="8451894"/>
                    <a:pt x="3708702" y="8415433"/>
                  </a:cubicBezTo>
                  <a:cubicBezTo>
                    <a:pt x="3707530" y="8411842"/>
                    <a:pt x="3710092" y="8407708"/>
                    <a:pt x="3708940" y="8404117"/>
                  </a:cubicBezTo>
                  <a:cubicBezTo>
                    <a:pt x="3749459" y="8418395"/>
                    <a:pt x="3786778" y="8451047"/>
                    <a:pt x="3827469" y="8470354"/>
                  </a:cubicBezTo>
                  <a:cubicBezTo>
                    <a:pt x="3827297" y="8451628"/>
                    <a:pt x="3825278" y="8430377"/>
                    <a:pt x="3830003" y="8411794"/>
                  </a:cubicBezTo>
                  <a:cubicBezTo>
                    <a:pt x="3841204" y="8367646"/>
                    <a:pt x="3868512" y="8355873"/>
                    <a:pt x="3869455" y="8305152"/>
                  </a:cubicBezTo>
                  <a:cubicBezTo>
                    <a:pt x="3870455" y="8251812"/>
                    <a:pt x="3871103" y="8186776"/>
                    <a:pt x="3864778" y="8134112"/>
                  </a:cubicBezTo>
                  <a:cubicBezTo>
                    <a:pt x="3857339" y="8072152"/>
                    <a:pt x="3835279" y="8010716"/>
                    <a:pt x="3837642" y="7947984"/>
                  </a:cubicBezTo>
                  <a:cubicBezTo>
                    <a:pt x="3839070" y="7910312"/>
                    <a:pt x="3887467" y="7787878"/>
                    <a:pt x="3868560" y="7761361"/>
                  </a:cubicBezTo>
                  <a:cubicBezTo>
                    <a:pt x="3836603" y="7716526"/>
                    <a:pt x="3748888" y="7702858"/>
                    <a:pt x="3700653" y="7683665"/>
                  </a:cubicBezTo>
                  <a:lnTo>
                    <a:pt x="3673059" y="7669740"/>
                  </a:lnTo>
                  <a:cubicBezTo>
                    <a:pt x="3643246" y="7659786"/>
                    <a:pt x="3691900" y="7677626"/>
                    <a:pt x="3658400" y="7669921"/>
                  </a:cubicBezTo>
                  <a:cubicBezTo>
                    <a:pt x="3596716" y="7800003"/>
                    <a:pt x="3580400" y="7969358"/>
                    <a:pt x="3656495" y="8096183"/>
                  </a:cubicBezTo>
                  <a:cubicBezTo>
                    <a:pt x="3709064" y="8069142"/>
                    <a:pt x="3776853" y="8052949"/>
                    <a:pt x="3835603" y="8053092"/>
                  </a:cubicBezTo>
                  <a:cubicBezTo>
                    <a:pt x="3799665" y="8083382"/>
                    <a:pt x="3727294" y="8087011"/>
                    <a:pt x="3709749" y="8102175"/>
                  </a:cubicBezTo>
                  <a:cubicBezTo>
                    <a:pt x="3694614" y="8115262"/>
                    <a:pt x="3709607" y="8211664"/>
                    <a:pt x="3707730" y="8235172"/>
                  </a:cubicBezTo>
                  <a:cubicBezTo>
                    <a:pt x="3707025" y="8243945"/>
                    <a:pt x="3701882" y="8247116"/>
                    <a:pt x="3699843" y="8254298"/>
                  </a:cubicBezTo>
                  <a:cubicBezTo>
                    <a:pt x="3689461" y="8252489"/>
                    <a:pt x="3664239" y="8241297"/>
                    <a:pt x="3655457" y="8243973"/>
                  </a:cubicBezTo>
                  <a:cubicBezTo>
                    <a:pt x="3635016" y="8250222"/>
                    <a:pt x="3608927" y="8395383"/>
                    <a:pt x="3608594" y="8418767"/>
                  </a:cubicBezTo>
                  <a:cubicBezTo>
                    <a:pt x="3607746" y="8478717"/>
                    <a:pt x="3615299" y="8584873"/>
                    <a:pt x="3648837" y="8636584"/>
                  </a:cubicBezTo>
                  <a:cubicBezTo>
                    <a:pt x="3660219" y="8654139"/>
                    <a:pt x="3692442" y="8623125"/>
                    <a:pt x="3711550" y="8658606"/>
                  </a:cubicBezTo>
                  <a:cubicBezTo>
                    <a:pt x="3745201" y="8721090"/>
                    <a:pt x="3725904" y="8750446"/>
                    <a:pt x="3658838" y="8740597"/>
                  </a:cubicBezTo>
                  <a:cubicBezTo>
                    <a:pt x="3642865" y="8798690"/>
                    <a:pt x="3660705" y="8849201"/>
                    <a:pt x="3675164" y="8905875"/>
                  </a:cubicBezTo>
                  <a:cubicBezTo>
                    <a:pt x="3654819" y="8905875"/>
                    <a:pt x="3560597" y="8910933"/>
                    <a:pt x="3548386" y="8904065"/>
                  </a:cubicBezTo>
                  <a:cubicBezTo>
                    <a:pt x="3542024" y="8900493"/>
                    <a:pt x="3514401" y="8825665"/>
                    <a:pt x="3509115" y="8813111"/>
                  </a:cubicBezTo>
                  <a:cubicBezTo>
                    <a:pt x="3469129" y="8718185"/>
                    <a:pt x="3436496" y="8615524"/>
                    <a:pt x="3414074" y="8515093"/>
                  </a:cubicBezTo>
                  <a:cubicBezTo>
                    <a:pt x="3403987" y="8469916"/>
                    <a:pt x="3400473" y="8422119"/>
                    <a:pt x="3387481" y="8377742"/>
                  </a:cubicBezTo>
                  <a:cubicBezTo>
                    <a:pt x="3383280" y="8363388"/>
                    <a:pt x="3374488" y="8348386"/>
                    <a:pt x="3371736" y="8334423"/>
                  </a:cubicBezTo>
                  <a:cubicBezTo>
                    <a:pt x="3359734" y="8273539"/>
                    <a:pt x="3371726" y="8207978"/>
                    <a:pt x="3362668" y="8146552"/>
                  </a:cubicBezTo>
                  <a:cubicBezTo>
                    <a:pt x="3361239" y="8136817"/>
                    <a:pt x="3353886" y="8131388"/>
                    <a:pt x="3352981" y="8121415"/>
                  </a:cubicBezTo>
                  <a:cubicBezTo>
                    <a:pt x="3350933" y="8098803"/>
                    <a:pt x="3354276" y="8075800"/>
                    <a:pt x="3352667" y="8053159"/>
                  </a:cubicBezTo>
                  <a:cubicBezTo>
                    <a:pt x="3351943" y="8043005"/>
                    <a:pt x="3344713" y="8037709"/>
                    <a:pt x="3343532" y="8028003"/>
                  </a:cubicBezTo>
                  <a:cubicBezTo>
                    <a:pt x="3341494" y="8011401"/>
                    <a:pt x="3343275" y="7993542"/>
                    <a:pt x="3343275" y="7976826"/>
                  </a:cubicBezTo>
                  <a:cubicBezTo>
                    <a:pt x="3343275" y="7967272"/>
                    <a:pt x="3346075" y="7952042"/>
                    <a:pt x="3342408" y="7943069"/>
                  </a:cubicBezTo>
                  <a:cubicBezTo>
                    <a:pt x="3337141" y="7930163"/>
                    <a:pt x="3324196" y="7936744"/>
                    <a:pt x="3322901" y="7919476"/>
                  </a:cubicBezTo>
                  <a:cubicBezTo>
                    <a:pt x="3313909" y="7800451"/>
                    <a:pt x="3321139" y="7678055"/>
                    <a:pt x="3320929" y="7558697"/>
                  </a:cubicBezTo>
                  <a:lnTo>
                    <a:pt x="3321082" y="7344394"/>
                  </a:lnTo>
                  <a:cubicBezTo>
                    <a:pt x="3321482" y="7319591"/>
                    <a:pt x="3329645" y="7265194"/>
                    <a:pt x="3320977" y="7243848"/>
                  </a:cubicBezTo>
                  <a:cubicBezTo>
                    <a:pt x="3311004" y="7219264"/>
                    <a:pt x="3247777" y="7177259"/>
                    <a:pt x="3224174" y="7163981"/>
                  </a:cubicBezTo>
                  <a:cubicBezTo>
                    <a:pt x="3176492" y="7137159"/>
                    <a:pt x="3122762" y="7125129"/>
                    <a:pt x="3070241" y="7111546"/>
                  </a:cubicBezTo>
                  <a:cubicBezTo>
                    <a:pt x="2889399" y="7064797"/>
                    <a:pt x="2702738" y="7058149"/>
                    <a:pt x="2520144" y="7019896"/>
                  </a:cubicBezTo>
                  <a:cubicBezTo>
                    <a:pt x="2248595" y="6963013"/>
                    <a:pt x="2000602" y="6811270"/>
                    <a:pt x="1729321" y="6747624"/>
                  </a:cubicBezTo>
                  <a:cubicBezTo>
                    <a:pt x="1558433" y="6707534"/>
                    <a:pt x="1382116" y="6681159"/>
                    <a:pt x="1207303" y="6665919"/>
                  </a:cubicBezTo>
                  <a:cubicBezTo>
                    <a:pt x="1109958" y="6657432"/>
                    <a:pt x="989619" y="6663604"/>
                    <a:pt x="896474" y="6636096"/>
                  </a:cubicBezTo>
                  <a:cubicBezTo>
                    <a:pt x="820569" y="6613674"/>
                    <a:pt x="750160" y="6564592"/>
                    <a:pt x="680114" y="6528559"/>
                  </a:cubicBezTo>
                  <a:cubicBezTo>
                    <a:pt x="559803" y="6466665"/>
                    <a:pt x="442312" y="6400133"/>
                    <a:pt x="335861" y="6315999"/>
                  </a:cubicBezTo>
                  <a:cubicBezTo>
                    <a:pt x="299552" y="6287300"/>
                    <a:pt x="267672" y="6252610"/>
                    <a:pt x="235563" y="6219434"/>
                  </a:cubicBezTo>
                  <a:cubicBezTo>
                    <a:pt x="63075" y="6041212"/>
                    <a:pt x="-30232" y="5839978"/>
                    <a:pt x="11878" y="5588765"/>
                  </a:cubicBezTo>
                  <a:cubicBezTo>
                    <a:pt x="38805" y="5428078"/>
                    <a:pt x="73142" y="5263706"/>
                    <a:pt x="124035" y="5108705"/>
                  </a:cubicBezTo>
                  <a:cubicBezTo>
                    <a:pt x="159039" y="5002082"/>
                    <a:pt x="207788" y="4900270"/>
                    <a:pt x="243326" y="4793761"/>
                  </a:cubicBezTo>
                  <a:cubicBezTo>
                    <a:pt x="267757" y="4720533"/>
                    <a:pt x="286817" y="4645009"/>
                    <a:pt x="305238" y="4570114"/>
                  </a:cubicBezTo>
                  <a:lnTo>
                    <a:pt x="330470" y="4483903"/>
                  </a:lnTo>
                  <a:cubicBezTo>
                    <a:pt x="337556" y="4453833"/>
                    <a:pt x="343167" y="4425382"/>
                    <a:pt x="354044" y="4395968"/>
                  </a:cubicBezTo>
                  <a:cubicBezTo>
                    <a:pt x="414166" y="4233310"/>
                    <a:pt x="486061" y="4075052"/>
                    <a:pt x="564137" y="3920214"/>
                  </a:cubicBezTo>
                  <a:cubicBezTo>
                    <a:pt x="600361" y="3848386"/>
                    <a:pt x="644204" y="3780263"/>
                    <a:pt x="683285" y="3709949"/>
                  </a:cubicBezTo>
                  <a:cubicBezTo>
                    <a:pt x="792356" y="3513744"/>
                    <a:pt x="873014" y="3290802"/>
                    <a:pt x="1040921" y="3135201"/>
                  </a:cubicBezTo>
                  <a:cubicBezTo>
                    <a:pt x="1142629" y="3040932"/>
                    <a:pt x="1294676" y="2970638"/>
                    <a:pt x="1430807" y="2945444"/>
                  </a:cubicBezTo>
                  <a:cubicBezTo>
                    <a:pt x="1484005" y="2935605"/>
                    <a:pt x="1538164" y="2932395"/>
                    <a:pt x="1591961" y="2927261"/>
                  </a:cubicBezTo>
                  <a:cubicBezTo>
                    <a:pt x="1648025" y="2921908"/>
                    <a:pt x="1705242" y="2917660"/>
                    <a:pt x="1761582" y="2917631"/>
                  </a:cubicBezTo>
                  <a:cubicBezTo>
                    <a:pt x="1782575" y="2917612"/>
                    <a:pt x="1821304" y="2926909"/>
                    <a:pt x="1840440" y="2917450"/>
                  </a:cubicBezTo>
                  <a:cubicBezTo>
                    <a:pt x="1858337" y="2908602"/>
                    <a:pt x="1870843" y="2876683"/>
                    <a:pt x="1882188" y="2860786"/>
                  </a:cubicBezTo>
                  <a:cubicBezTo>
                    <a:pt x="1914573" y="2815352"/>
                    <a:pt x="1951130" y="2773166"/>
                    <a:pt x="1982848" y="2727198"/>
                  </a:cubicBezTo>
                  <a:cubicBezTo>
                    <a:pt x="2023139" y="2668810"/>
                    <a:pt x="2063144" y="2602944"/>
                    <a:pt x="2116998" y="2555958"/>
                  </a:cubicBezTo>
                  <a:cubicBezTo>
                    <a:pt x="2136743" y="2538736"/>
                    <a:pt x="2162004" y="2522068"/>
                    <a:pt x="2188121" y="2516962"/>
                  </a:cubicBezTo>
                  <a:cubicBezTo>
                    <a:pt x="2200685" y="2514505"/>
                    <a:pt x="2215267" y="2519077"/>
                    <a:pt x="2226164" y="2510828"/>
                  </a:cubicBezTo>
                  <a:cubicBezTo>
                    <a:pt x="2246481" y="2495455"/>
                    <a:pt x="2263035" y="2474547"/>
                    <a:pt x="2283876" y="2459050"/>
                  </a:cubicBezTo>
                  <a:cubicBezTo>
                    <a:pt x="2326510" y="2427351"/>
                    <a:pt x="2374268" y="2402834"/>
                    <a:pt x="2419826" y="2375716"/>
                  </a:cubicBezTo>
                  <a:cubicBezTo>
                    <a:pt x="2456450" y="2353923"/>
                    <a:pt x="2571702" y="2281971"/>
                    <a:pt x="2610945" y="2293391"/>
                  </a:cubicBezTo>
                  <a:cubicBezTo>
                    <a:pt x="2646474" y="2303726"/>
                    <a:pt x="2677859" y="2328024"/>
                    <a:pt x="2696375" y="2359847"/>
                  </a:cubicBezTo>
                  <a:cubicBezTo>
                    <a:pt x="2704881" y="2374449"/>
                    <a:pt x="2711977" y="2410863"/>
                    <a:pt x="2727941" y="2418131"/>
                  </a:cubicBezTo>
                  <a:cubicBezTo>
                    <a:pt x="2752411" y="2429275"/>
                    <a:pt x="2789853" y="2396061"/>
                    <a:pt x="2850366" y="2438533"/>
                  </a:cubicBezTo>
                  <a:cubicBezTo>
                    <a:pt x="2872759" y="2454259"/>
                    <a:pt x="2920432" y="2525868"/>
                    <a:pt x="2944092" y="2523144"/>
                  </a:cubicBezTo>
                  <a:cubicBezTo>
                    <a:pt x="2962227" y="2521048"/>
                    <a:pt x="3027264" y="2477491"/>
                    <a:pt x="3049305" y="2465937"/>
                  </a:cubicBezTo>
                  <a:cubicBezTo>
                    <a:pt x="3107074" y="2435666"/>
                    <a:pt x="3166501" y="2407930"/>
                    <a:pt x="3223536" y="2376421"/>
                  </a:cubicBezTo>
                  <a:cubicBezTo>
                    <a:pt x="3261265" y="2355580"/>
                    <a:pt x="3297441" y="2330729"/>
                    <a:pt x="3337522" y="2314375"/>
                  </a:cubicBezTo>
                  <a:cubicBezTo>
                    <a:pt x="3434763" y="2274703"/>
                    <a:pt x="3476044" y="2321662"/>
                    <a:pt x="3443126" y="2415035"/>
                  </a:cubicBezTo>
                  <a:cubicBezTo>
                    <a:pt x="3539795" y="2391804"/>
                    <a:pt x="3628454" y="2323567"/>
                    <a:pt x="3711731" y="2270712"/>
                  </a:cubicBezTo>
                  <a:cubicBezTo>
                    <a:pt x="3742287" y="2251319"/>
                    <a:pt x="3788369" y="2234422"/>
                    <a:pt x="3811867" y="2206742"/>
                  </a:cubicBezTo>
                  <a:cubicBezTo>
                    <a:pt x="3843004" y="2170052"/>
                    <a:pt x="3850748" y="2108435"/>
                    <a:pt x="3867741" y="2064420"/>
                  </a:cubicBezTo>
                  <a:cubicBezTo>
                    <a:pt x="3885809" y="2017614"/>
                    <a:pt x="3907803" y="1972094"/>
                    <a:pt x="3930758" y="1927546"/>
                  </a:cubicBezTo>
                  <a:cubicBezTo>
                    <a:pt x="3893001" y="1926736"/>
                    <a:pt x="3863407" y="1937699"/>
                    <a:pt x="3825545" y="1944957"/>
                  </a:cubicBezTo>
                  <a:cubicBezTo>
                    <a:pt x="3734305" y="1962445"/>
                    <a:pt x="3644341" y="1966951"/>
                    <a:pt x="3555378" y="1935899"/>
                  </a:cubicBezTo>
                  <a:cubicBezTo>
                    <a:pt x="3542986" y="1931575"/>
                    <a:pt x="3526422" y="1927765"/>
                    <a:pt x="3515497" y="1920345"/>
                  </a:cubicBezTo>
                  <a:cubicBezTo>
                    <a:pt x="3478425" y="1895180"/>
                    <a:pt x="3543195" y="1937118"/>
                    <a:pt x="3503428" y="1906514"/>
                  </a:cubicBezTo>
                  <a:cubicBezTo>
                    <a:pt x="3536842" y="1906153"/>
                    <a:pt x="3571180" y="1907953"/>
                    <a:pt x="3604717" y="1902828"/>
                  </a:cubicBezTo>
                  <a:cubicBezTo>
                    <a:pt x="3798560" y="1873206"/>
                    <a:pt x="3961781" y="1739398"/>
                    <a:pt x="4095550" y="1603629"/>
                  </a:cubicBezTo>
                  <a:cubicBezTo>
                    <a:pt x="4132374" y="1566262"/>
                    <a:pt x="4166283" y="1526048"/>
                    <a:pt x="4202011" y="1487643"/>
                  </a:cubicBezTo>
                  <a:cubicBezTo>
                    <a:pt x="4209926" y="1479137"/>
                    <a:pt x="4234786" y="1463516"/>
                    <a:pt x="4233701" y="1450648"/>
                  </a:cubicBezTo>
                  <a:cubicBezTo>
                    <a:pt x="4230643" y="1414567"/>
                    <a:pt x="4209555" y="1376686"/>
                    <a:pt x="4200506" y="1341644"/>
                  </a:cubicBezTo>
                  <a:cubicBezTo>
                    <a:pt x="4174360" y="1240422"/>
                    <a:pt x="4161901" y="1177300"/>
                    <a:pt x="4159225" y="1071220"/>
                  </a:cubicBezTo>
                  <a:cubicBezTo>
                    <a:pt x="4158482" y="1041768"/>
                    <a:pt x="4156339" y="954891"/>
                    <a:pt x="4181456" y="935784"/>
                  </a:cubicBezTo>
                  <a:cubicBezTo>
                    <a:pt x="4220575" y="906008"/>
                    <a:pt x="4336733" y="888025"/>
                    <a:pt x="4386205" y="881901"/>
                  </a:cubicBezTo>
                  <a:cubicBezTo>
                    <a:pt x="4513345" y="866165"/>
                    <a:pt x="4645152" y="870995"/>
                    <a:pt x="4772225" y="885996"/>
                  </a:cubicBezTo>
                  <a:cubicBezTo>
                    <a:pt x="4820117" y="891645"/>
                    <a:pt x="4868856" y="903341"/>
                    <a:pt x="4915348" y="915953"/>
                  </a:cubicBezTo>
                  <a:cubicBezTo>
                    <a:pt x="4933207" y="920791"/>
                    <a:pt x="4954743" y="929107"/>
                    <a:pt x="4973403" y="929088"/>
                  </a:cubicBezTo>
                  <a:cubicBezTo>
                    <a:pt x="4994386" y="929078"/>
                    <a:pt x="5040925" y="906494"/>
                    <a:pt x="5062604" y="899541"/>
                  </a:cubicBezTo>
                  <a:cubicBezTo>
                    <a:pt x="5059366" y="909237"/>
                    <a:pt x="5068033" y="909628"/>
                    <a:pt x="5065281" y="918181"/>
                  </a:cubicBezTo>
                  <a:lnTo>
                    <a:pt x="5021932" y="939432"/>
                  </a:lnTo>
                  <a:cubicBezTo>
                    <a:pt x="5029867" y="940079"/>
                    <a:pt x="5033248" y="946318"/>
                    <a:pt x="5042849" y="944499"/>
                  </a:cubicBezTo>
                  <a:cubicBezTo>
                    <a:pt x="5051736" y="942823"/>
                    <a:pt x="5059309" y="936565"/>
                    <a:pt x="5068062" y="934174"/>
                  </a:cubicBezTo>
                  <a:cubicBezTo>
                    <a:pt x="5104933" y="924096"/>
                    <a:pt x="5141366" y="910638"/>
                    <a:pt x="5176580" y="899208"/>
                  </a:cubicBezTo>
                  <a:cubicBezTo>
                    <a:pt x="5143043" y="901656"/>
                    <a:pt x="5109772" y="915591"/>
                    <a:pt x="5076587" y="917067"/>
                  </a:cubicBezTo>
                  <a:cubicBezTo>
                    <a:pt x="5034810" y="918924"/>
                    <a:pt x="5102666" y="914724"/>
                    <a:pt x="5067300" y="908114"/>
                  </a:cubicBezTo>
                  <a:cubicBezTo>
                    <a:pt x="5094046" y="887720"/>
                    <a:pt x="5044678" y="911657"/>
                    <a:pt x="5072710" y="896550"/>
                  </a:cubicBezTo>
                  <a:cubicBezTo>
                    <a:pt x="5101238" y="881177"/>
                    <a:pt x="5140404" y="883730"/>
                    <a:pt x="5170751" y="873528"/>
                  </a:cubicBezTo>
                  <a:cubicBezTo>
                    <a:pt x="5216576" y="858136"/>
                    <a:pt x="5139376" y="883225"/>
                    <a:pt x="5176799" y="866546"/>
                  </a:cubicBezTo>
                  <a:cubicBezTo>
                    <a:pt x="5131994" y="771487"/>
                    <a:pt x="5038896" y="588397"/>
                    <a:pt x="5030067" y="489214"/>
                  </a:cubicBezTo>
                  <a:cubicBezTo>
                    <a:pt x="5024866" y="430873"/>
                    <a:pt x="5037753" y="371008"/>
                    <a:pt x="5065195" y="319449"/>
                  </a:cubicBezTo>
                  <a:cubicBezTo>
                    <a:pt x="5098733" y="256432"/>
                    <a:pt x="5103866" y="248250"/>
                    <a:pt x="5161998" y="211960"/>
                  </a:cubicBezTo>
                  <a:cubicBezTo>
                    <a:pt x="5170113" y="206893"/>
                    <a:pt x="5208680" y="170269"/>
                    <a:pt x="5212423" y="163182"/>
                  </a:cubicBezTo>
                  <a:cubicBezTo>
                    <a:pt x="5215499" y="157372"/>
                    <a:pt x="5211851" y="146037"/>
                    <a:pt x="5220252" y="143923"/>
                  </a:cubicBezTo>
                  <a:cubicBezTo>
                    <a:pt x="5224167" y="142932"/>
                    <a:pt x="5226625" y="152067"/>
                    <a:pt x="5230378" y="150571"/>
                  </a:cubicBezTo>
                  <a:cubicBezTo>
                    <a:pt x="5188087" y="182813"/>
                    <a:pt x="5148491" y="220370"/>
                    <a:pt x="5123564" y="268110"/>
                  </a:cubicBezTo>
                  <a:cubicBezTo>
                    <a:pt x="5053670" y="401945"/>
                    <a:pt x="5086626" y="602713"/>
                    <a:pt x="5147348" y="733987"/>
                  </a:cubicBezTo>
                  <a:cubicBezTo>
                    <a:pt x="5149301" y="694801"/>
                    <a:pt x="5136652" y="655482"/>
                    <a:pt x="5137471" y="615010"/>
                  </a:cubicBezTo>
                  <a:cubicBezTo>
                    <a:pt x="5138052" y="616106"/>
                    <a:pt x="5140376" y="615420"/>
                    <a:pt x="5140823" y="616563"/>
                  </a:cubicBezTo>
                  <a:cubicBezTo>
                    <a:pt x="5142690" y="621373"/>
                    <a:pt x="5144595" y="636889"/>
                    <a:pt x="5152854" y="635594"/>
                  </a:cubicBezTo>
                  <a:cubicBezTo>
                    <a:pt x="5162455" y="634089"/>
                    <a:pt x="5159054" y="602218"/>
                    <a:pt x="5159150" y="595827"/>
                  </a:cubicBezTo>
                  <a:cubicBezTo>
                    <a:pt x="5159864" y="550240"/>
                    <a:pt x="5159369" y="504758"/>
                    <a:pt x="5165265" y="459438"/>
                  </a:cubicBezTo>
                  <a:cubicBezTo>
                    <a:pt x="5181952" y="331099"/>
                    <a:pt x="5210651" y="228886"/>
                    <a:pt x="5285680" y="122472"/>
                  </a:cubicBezTo>
                  <a:cubicBezTo>
                    <a:pt x="5244141" y="130283"/>
                    <a:pt x="5328171" y="105947"/>
                    <a:pt x="5278336" y="119891"/>
                  </a:cubicBezTo>
                  <a:cubicBezTo>
                    <a:pt x="5262372" y="124358"/>
                    <a:pt x="5245789" y="137122"/>
                    <a:pt x="5230073" y="142875"/>
                  </a:cubicBezTo>
                  <a:cubicBezTo>
                    <a:pt x="5261477" y="100613"/>
                    <a:pt x="5202545" y="168554"/>
                    <a:pt x="5233797" y="131369"/>
                  </a:cubicBezTo>
                  <a:cubicBezTo>
                    <a:pt x="5245065" y="117958"/>
                    <a:pt x="5328095" y="76495"/>
                    <a:pt x="5348392" y="68323"/>
                  </a:cubicBezTo>
                  <a:cubicBezTo>
                    <a:pt x="5357870" y="64513"/>
                    <a:pt x="5368852" y="65894"/>
                    <a:pt x="5378425" y="61693"/>
                  </a:cubicBezTo>
                  <a:cubicBezTo>
                    <a:pt x="5394741" y="54531"/>
                    <a:pt x="5410533" y="41405"/>
                    <a:pt x="5428650" y="38433"/>
                  </a:cubicBezTo>
                  <a:lnTo>
                    <a:pt x="5487019" y="28232"/>
                  </a:lnTo>
                  <a:cubicBezTo>
                    <a:pt x="5494468" y="27013"/>
                    <a:pt x="5496935" y="21193"/>
                    <a:pt x="5504155" y="19650"/>
                  </a:cubicBezTo>
                  <a:cubicBezTo>
                    <a:pt x="5517080" y="16888"/>
                    <a:pt x="5533177" y="22974"/>
                    <a:pt x="5545522" y="17936"/>
                  </a:cubicBezTo>
                  <a:cubicBezTo>
                    <a:pt x="5553761" y="14564"/>
                    <a:pt x="5552351" y="5429"/>
                    <a:pt x="5561486" y="2867"/>
                  </a:cubicBezTo>
                  <a:cubicBezTo>
                    <a:pt x="5577202" y="-1534"/>
                    <a:pt x="5708675" y="-1619"/>
                    <a:pt x="5724735" y="2581"/>
                  </a:cubicBezTo>
                  <a:cubicBezTo>
                    <a:pt x="5734069" y="5029"/>
                    <a:pt x="5732840" y="14030"/>
                    <a:pt x="5740879" y="17697"/>
                  </a:cubicBezTo>
                  <a:cubicBezTo>
                    <a:pt x="5752757" y="23108"/>
                    <a:pt x="5769645" y="17326"/>
                    <a:pt x="5782285" y="19383"/>
                  </a:cubicBezTo>
                  <a:cubicBezTo>
                    <a:pt x="5789733" y="20603"/>
                    <a:pt x="5792200" y="26422"/>
                    <a:pt x="5799411" y="27975"/>
                  </a:cubicBezTo>
                  <a:lnTo>
                    <a:pt x="5857561" y="38405"/>
                  </a:lnTo>
                  <a:cubicBezTo>
                    <a:pt x="5865476" y="39586"/>
                    <a:pt x="5867791" y="45158"/>
                    <a:pt x="5874782" y="48035"/>
                  </a:cubicBezTo>
                  <a:cubicBezTo>
                    <a:pt x="5897489" y="57360"/>
                    <a:pt x="5924131" y="56988"/>
                    <a:pt x="5946858" y="66265"/>
                  </a:cubicBezTo>
                  <a:cubicBezTo>
                    <a:pt x="6004636" y="89830"/>
                    <a:pt x="6063472" y="129264"/>
                    <a:pt x="6111411" y="168888"/>
                  </a:cubicBezTo>
                  <a:cubicBezTo>
                    <a:pt x="6157389" y="206893"/>
                    <a:pt x="6182125" y="258775"/>
                    <a:pt x="6203356" y="313430"/>
                  </a:cubicBezTo>
                  <a:cubicBezTo>
                    <a:pt x="6256839" y="451142"/>
                    <a:pt x="6265869" y="616067"/>
                    <a:pt x="6199689" y="752380"/>
                  </a:cubicBezTo>
                  <a:cubicBezTo>
                    <a:pt x="6172267" y="808882"/>
                    <a:pt x="6136262" y="836505"/>
                    <a:pt x="6089323" y="872947"/>
                  </a:cubicBezTo>
                  <a:close/>
                  <a:moveTo>
                    <a:pt x="5687444" y="60798"/>
                  </a:moveTo>
                  <a:cubicBezTo>
                    <a:pt x="5634228" y="68390"/>
                    <a:pt x="5579774" y="78296"/>
                    <a:pt x="5529472" y="97765"/>
                  </a:cubicBezTo>
                  <a:cubicBezTo>
                    <a:pt x="5404533" y="146123"/>
                    <a:pt x="5280650" y="280959"/>
                    <a:pt x="5234264" y="405508"/>
                  </a:cubicBezTo>
                  <a:cubicBezTo>
                    <a:pt x="5208432" y="474888"/>
                    <a:pt x="5198335" y="562204"/>
                    <a:pt x="5207356" y="635441"/>
                  </a:cubicBezTo>
                  <a:cubicBezTo>
                    <a:pt x="5212451" y="676742"/>
                    <a:pt x="5231968" y="827751"/>
                    <a:pt x="5267639" y="850268"/>
                  </a:cubicBezTo>
                  <a:cubicBezTo>
                    <a:pt x="5278012" y="856812"/>
                    <a:pt x="5330533" y="841781"/>
                    <a:pt x="5346002" y="839695"/>
                  </a:cubicBezTo>
                  <a:cubicBezTo>
                    <a:pt x="5414258" y="830523"/>
                    <a:pt x="5490267" y="824941"/>
                    <a:pt x="5559009" y="829199"/>
                  </a:cubicBezTo>
                  <a:cubicBezTo>
                    <a:pt x="5584593" y="830790"/>
                    <a:pt x="5609396" y="836762"/>
                    <a:pt x="5635200" y="836657"/>
                  </a:cubicBezTo>
                  <a:cubicBezTo>
                    <a:pt x="5663765" y="836524"/>
                    <a:pt x="5691521" y="830466"/>
                    <a:pt x="5719943" y="828818"/>
                  </a:cubicBezTo>
                  <a:cubicBezTo>
                    <a:pt x="5776227" y="825560"/>
                    <a:pt x="5834901" y="826237"/>
                    <a:pt x="5891089" y="830866"/>
                  </a:cubicBezTo>
                  <a:cubicBezTo>
                    <a:pt x="5915958" y="832914"/>
                    <a:pt x="5942733" y="834342"/>
                    <a:pt x="5967146" y="839124"/>
                  </a:cubicBezTo>
                  <a:cubicBezTo>
                    <a:pt x="5984538" y="842534"/>
                    <a:pt x="6000769" y="852630"/>
                    <a:pt x="6018105" y="854954"/>
                  </a:cubicBezTo>
                  <a:cubicBezTo>
                    <a:pt x="6060653" y="860669"/>
                    <a:pt x="6110116" y="830475"/>
                    <a:pt x="6136186" y="799109"/>
                  </a:cubicBezTo>
                  <a:cubicBezTo>
                    <a:pt x="6188621" y="736016"/>
                    <a:pt x="6175058" y="634460"/>
                    <a:pt x="6162094" y="560918"/>
                  </a:cubicBezTo>
                  <a:cubicBezTo>
                    <a:pt x="6129395" y="375342"/>
                    <a:pt x="5907557" y="29404"/>
                    <a:pt x="5687444" y="60798"/>
                  </a:cubicBezTo>
                  <a:close/>
                  <a:moveTo>
                    <a:pt x="5063538" y="384762"/>
                  </a:moveTo>
                  <a:cubicBezTo>
                    <a:pt x="5047440" y="424186"/>
                    <a:pt x="5042316" y="467792"/>
                    <a:pt x="5058423" y="507482"/>
                  </a:cubicBezTo>
                  <a:cubicBezTo>
                    <a:pt x="5068424" y="477422"/>
                    <a:pt x="5055499" y="542601"/>
                    <a:pt x="5063385" y="505235"/>
                  </a:cubicBezTo>
                  <a:cubicBezTo>
                    <a:pt x="5070272" y="472640"/>
                    <a:pt x="5066214" y="418071"/>
                    <a:pt x="5063538" y="384762"/>
                  </a:cubicBezTo>
                  <a:close/>
                  <a:moveTo>
                    <a:pt x="5175075" y="813702"/>
                  </a:moveTo>
                  <a:cubicBezTo>
                    <a:pt x="5185801" y="850363"/>
                    <a:pt x="5202679" y="886425"/>
                    <a:pt x="5227558" y="915152"/>
                  </a:cubicBezTo>
                  <a:cubicBezTo>
                    <a:pt x="5214642" y="879977"/>
                    <a:pt x="5193983" y="846601"/>
                    <a:pt x="5175075" y="813702"/>
                  </a:cubicBezTo>
                  <a:close/>
                  <a:moveTo>
                    <a:pt x="4347743" y="1919545"/>
                  </a:moveTo>
                  <a:cubicBezTo>
                    <a:pt x="4402007" y="1834334"/>
                    <a:pt x="4497724" y="1784052"/>
                    <a:pt x="4586983" y="1740570"/>
                  </a:cubicBezTo>
                  <a:cubicBezTo>
                    <a:pt x="4715189" y="1678095"/>
                    <a:pt x="4850930" y="1631509"/>
                    <a:pt x="4984690" y="1582455"/>
                  </a:cubicBezTo>
                  <a:cubicBezTo>
                    <a:pt x="5040716" y="1561910"/>
                    <a:pt x="5099323" y="1546812"/>
                    <a:pt x="5151987" y="1520142"/>
                  </a:cubicBezTo>
                  <a:cubicBezTo>
                    <a:pt x="5146939" y="1521238"/>
                    <a:pt x="5114268" y="1529705"/>
                    <a:pt x="5117697" y="1518380"/>
                  </a:cubicBezTo>
                  <a:cubicBezTo>
                    <a:pt x="5120526" y="1509046"/>
                    <a:pt x="5165617" y="1490491"/>
                    <a:pt x="5175590" y="1480957"/>
                  </a:cubicBezTo>
                  <a:cubicBezTo>
                    <a:pt x="5199898" y="1457716"/>
                    <a:pt x="5218652" y="1380182"/>
                    <a:pt x="5211728" y="1347949"/>
                  </a:cubicBezTo>
                  <a:cubicBezTo>
                    <a:pt x="5210785" y="1343587"/>
                    <a:pt x="5206289" y="1340549"/>
                    <a:pt x="5205355" y="1336186"/>
                  </a:cubicBezTo>
                  <a:cubicBezTo>
                    <a:pt x="5176218" y="1340482"/>
                    <a:pt x="5145129" y="1350626"/>
                    <a:pt x="5115468" y="1350254"/>
                  </a:cubicBezTo>
                  <a:cubicBezTo>
                    <a:pt x="5041754" y="1349312"/>
                    <a:pt x="4815030" y="1295991"/>
                    <a:pt x="4753413" y="1260719"/>
                  </a:cubicBezTo>
                  <a:cubicBezTo>
                    <a:pt x="4825384" y="1248908"/>
                    <a:pt x="4683719" y="1264025"/>
                    <a:pt x="4766281" y="1254538"/>
                  </a:cubicBezTo>
                  <a:cubicBezTo>
                    <a:pt x="4796561" y="1251061"/>
                    <a:pt x="4832414" y="1266482"/>
                    <a:pt x="4861389" y="1273731"/>
                  </a:cubicBezTo>
                  <a:cubicBezTo>
                    <a:pt x="4961582" y="1298800"/>
                    <a:pt x="5075034" y="1348540"/>
                    <a:pt x="5177819" y="1317974"/>
                  </a:cubicBezTo>
                  <a:cubicBezTo>
                    <a:pt x="5149863" y="1306497"/>
                    <a:pt x="5192230" y="1319070"/>
                    <a:pt x="5167827" y="1310716"/>
                  </a:cubicBezTo>
                  <a:cubicBezTo>
                    <a:pt x="5162426" y="1308868"/>
                    <a:pt x="5155368" y="1313288"/>
                    <a:pt x="5150368" y="1309935"/>
                  </a:cubicBezTo>
                  <a:cubicBezTo>
                    <a:pt x="5143662" y="1305449"/>
                    <a:pt x="5160235" y="1288980"/>
                    <a:pt x="5161836" y="1284275"/>
                  </a:cubicBezTo>
                  <a:cubicBezTo>
                    <a:pt x="5169522" y="1261834"/>
                    <a:pt x="5171732" y="1236374"/>
                    <a:pt x="5177866" y="1213342"/>
                  </a:cubicBezTo>
                  <a:cubicBezTo>
                    <a:pt x="5118164" y="1204427"/>
                    <a:pt x="5054041" y="1210551"/>
                    <a:pt x="4993072" y="1211085"/>
                  </a:cubicBezTo>
                  <a:cubicBezTo>
                    <a:pt x="4974650" y="1211247"/>
                    <a:pt x="4951571" y="1214980"/>
                    <a:pt x="4933731" y="1209542"/>
                  </a:cubicBezTo>
                  <a:cubicBezTo>
                    <a:pt x="4878172" y="1192635"/>
                    <a:pt x="4973269" y="1220514"/>
                    <a:pt x="4926035" y="1201436"/>
                  </a:cubicBezTo>
                  <a:cubicBezTo>
                    <a:pt x="4974450" y="1187196"/>
                    <a:pt x="5033524" y="1177957"/>
                    <a:pt x="5084169" y="1182195"/>
                  </a:cubicBezTo>
                  <a:cubicBezTo>
                    <a:pt x="5113553" y="1184662"/>
                    <a:pt x="5156206" y="1200788"/>
                    <a:pt x="5184610" y="1187291"/>
                  </a:cubicBezTo>
                  <a:lnTo>
                    <a:pt x="5267773" y="1085488"/>
                  </a:lnTo>
                  <a:cubicBezTo>
                    <a:pt x="5209775" y="1022918"/>
                    <a:pt x="5152073" y="1015460"/>
                    <a:pt x="5075320" y="987428"/>
                  </a:cubicBezTo>
                  <a:cubicBezTo>
                    <a:pt x="4885706" y="918172"/>
                    <a:pt x="4676727" y="886216"/>
                    <a:pt x="4474988" y="897836"/>
                  </a:cubicBezTo>
                  <a:cubicBezTo>
                    <a:pt x="4406846" y="901760"/>
                    <a:pt x="4336828" y="911981"/>
                    <a:pt x="4271181" y="930612"/>
                  </a:cubicBezTo>
                  <a:cubicBezTo>
                    <a:pt x="4252331" y="935955"/>
                    <a:pt x="4217156" y="943585"/>
                    <a:pt x="4210269" y="964892"/>
                  </a:cubicBezTo>
                  <a:cubicBezTo>
                    <a:pt x="4182723" y="1050046"/>
                    <a:pt x="4242921" y="1151496"/>
                    <a:pt x="4272610" y="1227668"/>
                  </a:cubicBezTo>
                  <a:cubicBezTo>
                    <a:pt x="4281630" y="1250813"/>
                    <a:pt x="4286145" y="1276369"/>
                    <a:pt x="4291651" y="1300515"/>
                  </a:cubicBezTo>
                  <a:cubicBezTo>
                    <a:pt x="4315482" y="1405128"/>
                    <a:pt x="4300757" y="1516647"/>
                    <a:pt x="4303890" y="1622708"/>
                  </a:cubicBezTo>
                  <a:cubicBezTo>
                    <a:pt x="4306881" y="1723539"/>
                    <a:pt x="4326284" y="1821504"/>
                    <a:pt x="4347743" y="1919545"/>
                  </a:cubicBezTo>
                  <a:close/>
                  <a:moveTo>
                    <a:pt x="5667537" y="1203274"/>
                  </a:moveTo>
                  <a:cubicBezTo>
                    <a:pt x="5680119" y="1211799"/>
                    <a:pt x="5701436" y="1233926"/>
                    <a:pt x="5716638" y="1235278"/>
                  </a:cubicBezTo>
                  <a:cubicBezTo>
                    <a:pt x="5720906" y="1235659"/>
                    <a:pt x="5788666" y="1192682"/>
                    <a:pt x="5808850" y="1184367"/>
                  </a:cubicBezTo>
                  <a:cubicBezTo>
                    <a:pt x="5875334" y="1157002"/>
                    <a:pt x="5966641" y="1143543"/>
                    <a:pt x="6036402" y="1155002"/>
                  </a:cubicBezTo>
                  <a:cubicBezTo>
                    <a:pt x="5974385" y="1196931"/>
                    <a:pt x="6090171" y="1126017"/>
                    <a:pt x="6027315" y="1165184"/>
                  </a:cubicBezTo>
                  <a:cubicBezTo>
                    <a:pt x="6014876" y="1172928"/>
                    <a:pt x="5997721" y="1173290"/>
                    <a:pt x="5983719" y="1176404"/>
                  </a:cubicBezTo>
                  <a:cubicBezTo>
                    <a:pt x="5912453" y="1192244"/>
                    <a:pt x="5866876" y="1196235"/>
                    <a:pt x="5815070" y="1253557"/>
                  </a:cubicBezTo>
                  <a:cubicBezTo>
                    <a:pt x="5852827" y="1267711"/>
                    <a:pt x="5932722" y="1262377"/>
                    <a:pt x="5960535" y="1288075"/>
                  </a:cubicBezTo>
                  <a:cubicBezTo>
                    <a:pt x="5970194" y="1297000"/>
                    <a:pt x="5989977" y="1350464"/>
                    <a:pt x="5990215" y="1365018"/>
                  </a:cubicBezTo>
                  <a:cubicBezTo>
                    <a:pt x="5990425" y="1377239"/>
                    <a:pt x="5980271" y="1393317"/>
                    <a:pt x="5984738" y="1404947"/>
                  </a:cubicBezTo>
                  <a:cubicBezTo>
                    <a:pt x="5991101" y="1421521"/>
                    <a:pt x="6107868" y="1462430"/>
                    <a:pt x="6127794" y="1464926"/>
                  </a:cubicBezTo>
                  <a:cubicBezTo>
                    <a:pt x="6168771" y="1470060"/>
                    <a:pt x="6337068" y="1414415"/>
                    <a:pt x="6384636" y="1398870"/>
                  </a:cubicBezTo>
                  <a:cubicBezTo>
                    <a:pt x="6409830" y="1390640"/>
                    <a:pt x="6447606" y="1379468"/>
                    <a:pt x="6462446" y="1355750"/>
                  </a:cubicBezTo>
                  <a:cubicBezTo>
                    <a:pt x="6472076" y="1340339"/>
                    <a:pt x="6457121" y="1320346"/>
                    <a:pt x="6450673" y="1306325"/>
                  </a:cubicBezTo>
                  <a:cubicBezTo>
                    <a:pt x="6498288" y="1334662"/>
                    <a:pt x="6420231" y="1280874"/>
                    <a:pt x="6463217" y="1309383"/>
                  </a:cubicBezTo>
                  <a:cubicBezTo>
                    <a:pt x="6515224" y="1343873"/>
                    <a:pt x="6462170" y="1387754"/>
                    <a:pt x="6428508" y="1403318"/>
                  </a:cubicBezTo>
                  <a:cubicBezTo>
                    <a:pt x="6345355" y="1441780"/>
                    <a:pt x="6247295" y="1464193"/>
                    <a:pt x="6158084" y="1484043"/>
                  </a:cubicBezTo>
                  <a:cubicBezTo>
                    <a:pt x="6114450" y="1493758"/>
                    <a:pt x="6062882" y="1465307"/>
                    <a:pt x="6023667" y="1448533"/>
                  </a:cubicBezTo>
                  <a:cubicBezTo>
                    <a:pt x="6010875" y="1443057"/>
                    <a:pt x="5983319" y="1422083"/>
                    <a:pt x="5969146" y="1430150"/>
                  </a:cubicBezTo>
                  <a:cubicBezTo>
                    <a:pt x="5955106" y="1438142"/>
                    <a:pt x="5934875" y="1478994"/>
                    <a:pt x="5922283" y="1493510"/>
                  </a:cubicBezTo>
                  <a:cubicBezTo>
                    <a:pt x="5904090" y="1514485"/>
                    <a:pt x="5882707" y="1535992"/>
                    <a:pt x="5858818" y="1550470"/>
                  </a:cubicBezTo>
                  <a:lnTo>
                    <a:pt x="5828519" y="1558757"/>
                  </a:lnTo>
                  <a:cubicBezTo>
                    <a:pt x="5828557" y="1560290"/>
                    <a:pt x="5832843" y="1561662"/>
                    <a:pt x="5831453" y="1562310"/>
                  </a:cubicBezTo>
                  <a:cubicBezTo>
                    <a:pt x="5870381" y="1595018"/>
                    <a:pt x="5924817" y="1616307"/>
                    <a:pt x="5969194" y="1642834"/>
                  </a:cubicBezTo>
                  <a:cubicBezTo>
                    <a:pt x="6079007" y="1708480"/>
                    <a:pt x="6196413" y="1775308"/>
                    <a:pt x="6299997" y="1849612"/>
                  </a:cubicBezTo>
                  <a:cubicBezTo>
                    <a:pt x="6346812" y="1883197"/>
                    <a:pt x="6393923" y="1918002"/>
                    <a:pt x="6436747" y="1956645"/>
                  </a:cubicBezTo>
                  <a:cubicBezTo>
                    <a:pt x="6506918" y="2019967"/>
                    <a:pt x="6570221" y="2094471"/>
                    <a:pt x="6657842" y="2132552"/>
                  </a:cubicBezTo>
                  <a:cubicBezTo>
                    <a:pt x="6684778" y="2063944"/>
                    <a:pt x="6699961" y="1989944"/>
                    <a:pt x="6717897" y="1918211"/>
                  </a:cubicBezTo>
                  <a:lnTo>
                    <a:pt x="6799793" y="1598638"/>
                  </a:lnTo>
                  <a:cubicBezTo>
                    <a:pt x="6820367" y="1521076"/>
                    <a:pt x="6838569" y="1439570"/>
                    <a:pt x="6878907" y="1369228"/>
                  </a:cubicBezTo>
                  <a:cubicBezTo>
                    <a:pt x="6894633" y="1341806"/>
                    <a:pt x="6920484" y="1311078"/>
                    <a:pt x="6946849" y="1293419"/>
                  </a:cubicBezTo>
                  <a:cubicBezTo>
                    <a:pt x="6975948" y="1273931"/>
                    <a:pt x="6978787" y="1281389"/>
                    <a:pt x="7004666" y="1253776"/>
                  </a:cubicBezTo>
                  <a:cubicBezTo>
                    <a:pt x="6940410" y="1171346"/>
                    <a:pt x="6797069" y="1133513"/>
                    <a:pt x="6700218" y="1102776"/>
                  </a:cubicBezTo>
                  <a:cubicBezTo>
                    <a:pt x="6467123" y="1028795"/>
                    <a:pt x="6218596" y="1000849"/>
                    <a:pt x="5977766" y="1054570"/>
                  </a:cubicBezTo>
                  <a:cubicBezTo>
                    <a:pt x="5864342" y="1079868"/>
                    <a:pt x="5745651" y="1110701"/>
                    <a:pt x="5667537" y="1203274"/>
                  </a:cubicBezTo>
                  <a:close/>
                  <a:moveTo>
                    <a:pt x="5288280" y="1388526"/>
                  </a:moveTo>
                  <a:cubicBezTo>
                    <a:pt x="5315941" y="1371524"/>
                    <a:pt x="5374796" y="1337291"/>
                    <a:pt x="5389569" y="1307878"/>
                  </a:cubicBezTo>
                  <a:cubicBezTo>
                    <a:pt x="5398389" y="1290314"/>
                    <a:pt x="5401675" y="1271464"/>
                    <a:pt x="5413781" y="1255319"/>
                  </a:cubicBezTo>
                  <a:cubicBezTo>
                    <a:pt x="5427726" y="1236726"/>
                    <a:pt x="5451558" y="1222505"/>
                    <a:pt x="5460997" y="1201122"/>
                  </a:cubicBezTo>
                  <a:cubicBezTo>
                    <a:pt x="5471855" y="1176518"/>
                    <a:pt x="5476980" y="1148210"/>
                    <a:pt x="5487362" y="1124007"/>
                  </a:cubicBezTo>
                  <a:cubicBezTo>
                    <a:pt x="5511737" y="1151934"/>
                    <a:pt x="5478351" y="1104929"/>
                    <a:pt x="5497554" y="1130675"/>
                  </a:cubicBezTo>
                  <a:cubicBezTo>
                    <a:pt x="5504936" y="1140562"/>
                    <a:pt x="5503640" y="1158259"/>
                    <a:pt x="5513070" y="1166279"/>
                  </a:cubicBezTo>
                  <a:cubicBezTo>
                    <a:pt x="5520585" y="1172661"/>
                    <a:pt x="5528805" y="1154611"/>
                    <a:pt x="5538978" y="1156773"/>
                  </a:cubicBezTo>
                  <a:cubicBezTo>
                    <a:pt x="5547570" y="1158583"/>
                    <a:pt x="5555837" y="1165222"/>
                    <a:pt x="5563943" y="1168498"/>
                  </a:cubicBezTo>
                  <a:cubicBezTo>
                    <a:pt x="5587432" y="1178004"/>
                    <a:pt x="5612730" y="1183005"/>
                    <a:pt x="5636828" y="1188444"/>
                  </a:cubicBezTo>
                  <a:cubicBezTo>
                    <a:pt x="5627360" y="1176699"/>
                    <a:pt x="5607787" y="1148315"/>
                    <a:pt x="5590261" y="1146896"/>
                  </a:cubicBezTo>
                  <a:cubicBezTo>
                    <a:pt x="5579250" y="1146010"/>
                    <a:pt x="5582031" y="1159345"/>
                    <a:pt x="5569887" y="1149839"/>
                  </a:cubicBezTo>
                  <a:cubicBezTo>
                    <a:pt x="5537549" y="1124512"/>
                    <a:pt x="5513480" y="1091860"/>
                    <a:pt x="5472913" y="1078573"/>
                  </a:cubicBezTo>
                  <a:cubicBezTo>
                    <a:pt x="5363508" y="1042768"/>
                    <a:pt x="5254981" y="1091584"/>
                    <a:pt x="5214128" y="1198007"/>
                  </a:cubicBezTo>
                  <a:cubicBezTo>
                    <a:pt x="5204193" y="1223905"/>
                    <a:pt x="5188934" y="1256109"/>
                    <a:pt x="5192963" y="1284475"/>
                  </a:cubicBezTo>
                  <a:cubicBezTo>
                    <a:pt x="5195411" y="1301725"/>
                    <a:pt x="5224148" y="1307363"/>
                    <a:pt x="5236407" y="1317393"/>
                  </a:cubicBezTo>
                  <a:cubicBezTo>
                    <a:pt x="5259438" y="1336243"/>
                    <a:pt x="5270773" y="1365675"/>
                    <a:pt x="5288280" y="1388526"/>
                  </a:cubicBezTo>
                  <a:close/>
                  <a:moveTo>
                    <a:pt x="5581993" y="1152868"/>
                  </a:moveTo>
                  <a:cubicBezTo>
                    <a:pt x="5587013" y="1147858"/>
                    <a:pt x="5595842" y="1156687"/>
                    <a:pt x="5590832" y="1161707"/>
                  </a:cubicBezTo>
                  <a:cubicBezTo>
                    <a:pt x="5585812" y="1166717"/>
                    <a:pt x="5576983" y="1157888"/>
                    <a:pt x="5581993" y="1152868"/>
                  </a:cubicBezTo>
                  <a:close/>
                  <a:moveTo>
                    <a:pt x="5317446" y="1166660"/>
                  </a:moveTo>
                  <a:cubicBezTo>
                    <a:pt x="5368681" y="1144734"/>
                    <a:pt x="5390740" y="1220857"/>
                    <a:pt x="5335724" y="1233649"/>
                  </a:cubicBezTo>
                  <a:cubicBezTo>
                    <a:pt x="5292652" y="1243670"/>
                    <a:pt x="5278526" y="1183310"/>
                    <a:pt x="5317446" y="1166660"/>
                  </a:cubicBezTo>
                  <a:close/>
                  <a:moveTo>
                    <a:pt x="5525281" y="1193187"/>
                  </a:moveTo>
                  <a:cubicBezTo>
                    <a:pt x="5498221" y="1198302"/>
                    <a:pt x="5491591" y="1215447"/>
                    <a:pt x="5473741" y="1232821"/>
                  </a:cubicBezTo>
                  <a:cubicBezTo>
                    <a:pt x="5446395" y="1259424"/>
                    <a:pt x="5426688" y="1278788"/>
                    <a:pt x="5414953" y="1316793"/>
                  </a:cubicBezTo>
                  <a:cubicBezTo>
                    <a:pt x="5400065" y="1365037"/>
                    <a:pt x="5436708" y="1439618"/>
                    <a:pt x="5488267" y="1448829"/>
                  </a:cubicBezTo>
                  <a:cubicBezTo>
                    <a:pt x="5575030" y="1464326"/>
                    <a:pt x="5639772" y="1390040"/>
                    <a:pt x="5676319" y="1323470"/>
                  </a:cubicBezTo>
                  <a:cubicBezTo>
                    <a:pt x="5688387" y="1301477"/>
                    <a:pt x="5702713" y="1285989"/>
                    <a:pt x="5693912" y="1258395"/>
                  </a:cubicBezTo>
                  <a:cubicBezTo>
                    <a:pt x="5681805" y="1220467"/>
                    <a:pt x="5627313" y="1206808"/>
                    <a:pt x="5594290" y="1197759"/>
                  </a:cubicBezTo>
                  <a:cubicBezTo>
                    <a:pt x="5571411" y="1191492"/>
                    <a:pt x="5548989" y="1188710"/>
                    <a:pt x="5525281" y="1193187"/>
                  </a:cubicBezTo>
                  <a:close/>
                  <a:moveTo>
                    <a:pt x="5726220" y="1282865"/>
                  </a:moveTo>
                  <a:cubicBezTo>
                    <a:pt x="5787438" y="1292543"/>
                    <a:pt x="5872248" y="1311269"/>
                    <a:pt x="5931246" y="1299058"/>
                  </a:cubicBezTo>
                  <a:cubicBezTo>
                    <a:pt x="5899575" y="1292295"/>
                    <a:pt x="5758043" y="1267006"/>
                    <a:pt x="5733821" y="1274112"/>
                  </a:cubicBezTo>
                  <a:cubicBezTo>
                    <a:pt x="5730116" y="1275207"/>
                    <a:pt x="5729878" y="1281627"/>
                    <a:pt x="5726220" y="1282865"/>
                  </a:cubicBezTo>
                  <a:close/>
                  <a:moveTo>
                    <a:pt x="5724658" y="1305211"/>
                  </a:moveTo>
                  <a:cubicBezTo>
                    <a:pt x="5709618" y="1353607"/>
                    <a:pt x="5728887" y="1262377"/>
                    <a:pt x="5716895" y="1314040"/>
                  </a:cubicBezTo>
                  <a:cubicBezTo>
                    <a:pt x="5715105" y="1321737"/>
                    <a:pt x="5719058" y="1330271"/>
                    <a:pt x="5715371" y="1337691"/>
                  </a:cubicBezTo>
                  <a:cubicBezTo>
                    <a:pt x="5711104" y="1346292"/>
                    <a:pt x="5696750" y="1347549"/>
                    <a:pt x="5690521" y="1356112"/>
                  </a:cubicBezTo>
                  <a:cubicBezTo>
                    <a:pt x="5646992" y="1415967"/>
                    <a:pt x="5596747" y="1454239"/>
                    <a:pt x="5527967" y="1480766"/>
                  </a:cubicBezTo>
                  <a:cubicBezTo>
                    <a:pt x="5606329" y="1497768"/>
                    <a:pt x="5674843" y="1468441"/>
                    <a:pt x="5746537" y="1440123"/>
                  </a:cubicBezTo>
                  <a:cubicBezTo>
                    <a:pt x="5755900" y="1436427"/>
                    <a:pt x="5765063" y="1434979"/>
                    <a:pt x="5773741" y="1429483"/>
                  </a:cubicBezTo>
                  <a:cubicBezTo>
                    <a:pt x="5789314" y="1419616"/>
                    <a:pt x="5807354" y="1409700"/>
                    <a:pt x="5821442" y="1397841"/>
                  </a:cubicBezTo>
                  <a:cubicBezTo>
                    <a:pt x="5826071" y="1393946"/>
                    <a:pt x="5828195" y="1387631"/>
                    <a:pt x="5833205" y="1384278"/>
                  </a:cubicBezTo>
                  <a:cubicBezTo>
                    <a:pt x="5839120" y="1380334"/>
                    <a:pt x="5846855" y="1380220"/>
                    <a:pt x="5853179" y="1377067"/>
                  </a:cubicBezTo>
                  <a:cubicBezTo>
                    <a:pt x="5871286" y="1368028"/>
                    <a:pt x="5886174" y="1347397"/>
                    <a:pt x="5898499" y="1332290"/>
                  </a:cubicBezTo>
                  <a:cubicBezTo>
                    <a:pt x="5895804" y="1331357"/>
                    <a:pt x="5895051" y="1327128"/>
                    <a:pt x="5892289" y="1326404"/>
                  </a:cubicBezTo>
                  <a:cubicBezTo>
                    <a:pt x="5839920" y="1312678"/>
                    <a:pt x="5778589" y="1309230"/>
                    <a:pt x="5724658" y="1305211"/>
                  </a:cubicBezTo>
                  <a:close/>
                  <a:moveTo>
                    <a:pt x="5943600" y="1323975"/>
                  </a:moveTo>
                  <a:cubicBezTo>
                    <a:pt x="5916835" y="1350455"/>
                    <a:pt x="5956202" y="1302334"/>
                    <a:pt x="5931322" y="1331424"/>
                  </a:cubicBezTo>
                  <a:cubicBezTo>
                    <a:pt x="5924102" y="1339853"/>
                    <a:pt x="5920845" y="1352417"/>
                    <a:pt x="5913758" y="1360484"/>
                  </a:cubicBezTo>
                  <a:cubicBezTo>
                    <a:pt x="5871153" y="1408938"/>
                    <a:pt x="5813098" y="1447905"/>
                    <a:pt x="5758825" y="1482080"/>
                  </a:cubicBezTo>
                  <a:cubicBezTo>
                    <a:pt x="5833615" y="1463421"/>
                    <a:pt x="5902776" y="1387573"/>
                    <a:pt x="5943600" y="1323975"/>
                  </a:cubicBezTo>
                  <a:close/>
                  <a:moveTo>
                    <a:pt x="5300986" y="1409976"/>
                  </a:moveTo>
                  <a:cubicBezTo>
                    <a:pt x="5310207" y="1428283"/>
                    <a:pt x="5334629" y="1474337"/>
                    <a:pt x="5360803" y="1473822"/>
                  </a:cubicBezTo>
                  <a:cubicBezTo>
                    <a:pt x="5371405" y="1473613"/>
                    <a:pt x="5381082" y="1458449"/>
                    <a:pt x="5387912" y="1451772"/>
                  </a:cubicBezTo>
                  <a:cubicBezTo>
                    <a:pt x="5394912" y="1444933"/>
                    <a:pt x="5409000" y="1436389"/>
                    <a:pt x="5410038" y="1425731"/>
                  </a:cubicBezTo>
                  <a:cubicBezTo>
                    <a:pt x="5411372" y="1412091"/>
                    <a:pt x="5393541" y="1370152"/>
                    <a:pt x="5389950" y="1352693"/>
                  </a:cubicBezTo>
                  <a:cubicBezTo>
                    <a:pt x="5355136" y="1364933"/>
                    <a:pt x="5329733" y="1385545"/>
                    <a:pt x="5300986" y="1409976"/>
                  </a:cubicBezTo>
                  <a:close/>
                  <a:moveTo>
                    <a:pt x="5400170" y="1470489"/>
                  </a:moveTo>
                  <a:cubicBezTo>
                    <a:pt x="5431955" y="1492434"/>
                    <a:pt x="5464388" y="1500607"/>
                    <a:pt x="5502078" y="1503397"/>
                  </a:cubicBezTo>
                  <a:cubicBezTo>
                    <a:pt x="5490943" y="1487272"/>
                    <a:pt x="5445662" y="1442580"/>
                    <a:pt x="5422402" y="1448848"/>
                  </a:cubicBezTo>
                  <a:cubicBezTo>
                    <a:pt x="5410914" y="1451934"/>
                    <a:pt x="5407019" y="1462830"/>
                    <a:pt x="5400170" y="1470489"/>
                  </a:cubicBezTo>
                  <a:close/>
                  <a:moveTo>
                    <a:pt x="7135216" y="1476375"/>
                  </a:moveTo>
                  <a:cubicBezTo>
                    <a:pt x="7156304" y="1506941"/>
                    <a:pt x="7179669" y="1536497"/>
                    <a:pt x="7198681" y="1568663"/>
                  </a:cubicBezTo>
                  <a:cubicBezTo>
                    <a:pt x="7220112" y="1604924"/>
                    <a:pt x="7236333" y="1644025"/>
                    <a:pt x="7258602" y="1679810"/>
                  </a:cubicBezTo>
                  <a:cubicBezTo>
                    <a:pt x="7296760" y="1741141"/>
                    <a:pt x="7340937" y="1798425"/>
                    <a:pt x="7379218" y="1859518"/>
                  </a:cubicBezTo>
                  <a:cubicBezTo>
                    <a:pt x="7402897" y="1897304"/>
                    <a:pt x="7419623" y="1939100"/>
                    <a:pt x="7439577" y="1978895"/>
                  </a:cubicBezTo>
                  <a:cubicBezTo>
                    <a:pt x="7452874" y="2005403"/>
                    <a:pt x="7468781" y="2026625"/>
                    <a:pt x="7480840" y="2053428"/>
                  </a:cubicBezTo>
                  <a:cubicBezTo>
                    <a:pt x="7475934" y="2000755"/>
                    <a:pt x="7437196" y="1942176"/>
                    <a:pt x="7413612" y="1892875"/>
                  </a:cubicBezTo>
                  <a:cubicBezTo>
                    <a:pt x="7353548" y="1767307"/>
                    <a:pt x="7295645" y="1656369"/>
                    <a:pt x="7205996" y="1548851"/>
                  </a:cubicBezTo>
                  <a:cubicBezTo>
                    <a:pt x="7182974" y="1521228"/>
                    <a:pt x="7165057" y="1495901"/>
                    <a:pt x="7135216" y="1476375"/>
                  </a:cubicBezTo>
                  <a:close/>
                  <a:moveTo>
                    <a:pt x="3604670" y="1929374"/>
                  </a:moveTo>
                  <a:cubicBezTo>
                    <a:pt x="3724046" y="1954921"/>
                    <a:pt x="3833670" y="1919440"/>
                    <a:pt x="3930063" y="1848336"/>
                  </a:cubicBezTo>
                  <a:cubicBezTo>
                    <a:pt x="3956314" y="1828971"/>
                    <a:pt x="4021369" y="1766306"/>
                    <a:pt x="4041305" y="1756153"/>
                  </a:cubicBezTo>
                  <a:cubicBezTo>
                    <a:pt x="4080243" y="1736303"/>
                    <a:pt x="4011882" y="1772622"/>
                    <a:pt x="4054583" y="1753686"/>
                  </a:cubicBezTo>
                  <a:cubicBezTo>
                    <a:pt x="4034933" y="1794015"/>
                    <a:pt x="4007853" y="1831067"/>
                    <a:pt x="3986012" y="1870672"/>
                  </a:cubicBezTo>
                  <a:cubicBezTo>
                    <a:pt x="3932911" y="1966941"/>
                    <a:pt x="3885733" y="2072735"/>
                    <a:pt x="3858654" y="2179187"/>
                  </a:cubicBezTo>
                  <a:cubicBezTo>
                    <a:pt x="3926872" y="2153717"/>
                    <a:pt x="3954266" y="2173129"/>
                    <a:pt x="3965505" y="2245023"/>
                  </a:cubicBezTo>
                  <a:cubicBezTo>
                    <a:pt x="4013978" y="2123770"/>
                    <a:pt x="4043239" y="1993230"/>
                    <a:pt x="4105075" y="1876692"/>
                  </a:cubicBezTo>
                  <a:cubicBezTo>
                    <a:pt x="4140098" y="1810693"/>
                    <a:pt x="4181789" y="1748209"/>
                    <a:pt x="4222423" y="1685620"/>
                  </a:cubicBezTo>
                  <a:cubicBezTo>
                    <a:pt x="4237682" y="1662103"/>
                    <a:pt x="4268105" y="1632023"/>
                    <a:pt x="4271534" y="1603315"/>
                  </a:cubicBezTo>
                  <a:cubicBezTo>
                    <a:pt x="4275725" y="1568377"/>
                    <a:pt x="4257808" y="1519752"/>
                    <a:pt x="4246683" y="1486967"/>
                  </a:cubicBezTo>
                  <a:cubicBezTo>
                    <a:pt x="4216889" y="1504960"/>
                    <a:pt x="4259304" y="1472498"/>
                    <a:pt x="4233701" y="1491034"/>
                  </a:cubicBezTo>
                  <a:cubicBezTo>
                    <a:pt x="4201868" y="1514075"/>
                    <a:pt x="4177265" y="1556223"/>
                    <a:pt x="4150833" y="1585322"/>
                  </a:cubicBezTo>
                  <a:cubicBezTo>
                    <a:pt x="4122811" y="1616164"/>
                    <a:pt x="4092435" y="1645968"/>
                    <a:pt x="4061270" y="1673609"/>
                  </a:cubicBezTo>
                  <a:cubicBezTo>
                    <a:pt x="3954590" y="1768240"/>
                    <a:pt x="3837670" y="1860375"/>
                    <a:pt x="3700148" y="1905048"/>
                  </a:cubicBezTo>
                  <a:cubicBezTo>
                    <a:pt x="3668716" y="1915258"/>
                    <a:pt x="3635835" y="1920164"/>
                    <a:pt x="3604670" y="1929374"/>
                  </a:cubicBezTo>
                  <a:close/>
                  <a:moveTo>
                    <a:pt x="5382920" y="1495425"/>
                  </a:moveTo>
                  <a:cubicBezTo>
                    <a:pt x="5384454" y="1496997"/>
                    <a:pt x="5384025" y="1499692"/>
                    <a:pt x="5384864" y="1501712"/>
                  </a:cubicBezTo>
                  <a:cubicBezTo>
                    <a:pt x="5390321" y="1514856"/>
                    <a:pt x="5396608" y="1514856"/>
                    <a:pt x="5409724" y="1514475"/>
                  </a:cubicBezTo>
                  <a:cubicBezTo>
                    <a:pt x="5412315" y="1514399"/>
                    <a:pt x="5415315" y="1515428"/>
                    <a:pt x="5417487" y="1514008"/>
                  </a:cubicBezTo>
                  <a:cubicBezTo>
                    <a:pt x="5429383" y="1506217"/>
                    <a:pt x="5402694" y="1504026"/>
                    <a:pt x="5400989" y="1502054"/>
                  </a:cubicBezTo>
                  <a:cubicBezTo>
                    <a:pt x="5399580" y="1500416"/>
                    <a:pt x="5400675" y="1497130"/>
                    <a:pt x="5398884" y="1495930"/>
                  </a:cubicBezTo>
                  <a:cubicBezTo>
                    <a:pt x="5396846" y="1494558"/>
                    <a:pt x="5384768" y="1496158"/>
                    <a:pt x="5382920" y="1495425"/>
                  </a:cubicBezTo>
                  <a:close/>
                  <a:moveTo>
                    <a:pt x="5535940" y="1519104"/>
                  </a:moveTo>
                  <a:cubicBezTo>
                    <a:pt x="5545703" y="1521381"/>
                    <a:pt x="5614264" y="1539688"/>
                    <a:pt x="5608063" y="1513789"/>
                  </a:cubicBezTo>
                  <a:cubicBezTo>
                    <a:pt x="5605910" y="1504798"/>
                    <a:pt x="5546979" y="1504664"/>
                    <a:pt x="5539788" y="1509560"/>
                  </a:cubicBezTo>
                  <a:cubicBezTo>
                    <a:pt x="5536949" y="1511484"/>
                    <a:pt x="5538730" y="1517113"/>
                    <a:pt x="5535940" y="1519104"/>
                  </a:cubicBezTo>
                  <a:close/>
                  <a:moveTo>
                    <a:pt x="5705132" y="1505293"/>
                  </a:moveTo>
                  <a:cubicBezTo>
                    <a:pt x="5700112" y="1500283"/>
                    <a:pt x="5691283" y="1509112"/>
                    <a:pt x="5696293" y="1514132"/>
                  </a:cubicBezTo>
                  <a:cubicBezTo>
                    <a:pt x="5701313" y="1519142"/>
                    <a:pt x="5710142" y="1510313"/>
                    <a:pt x="5705132" y="1505293"/>
                  </a:cubicBezTo>
                  <a:close/>
                  <a:moveTo>
                    <a:pt x="5686425" y="1520828"/>
                  </a:moveTo>
                  <a:cubicBezTo>
                    <a:pt x="5684330" y="1520371"/>
                    <a:pt x="5685682" y="1516037"/>
                    <a:pt x="5683844" y="1514932"/>
                  </a:cubicBezTo>
                  <a:cubicBezTo>
                    <a:pt x="5681434" y="1513484"/>
                    <a:pt x="5652487" y="1510884"/>
                    <a:pt x="5658383" y="1521504"/>
                  </a:cubicBezTo>
                  <a:cubicBezTo>
                    <a:pt x="5660850" y="1525934"/>
                    <a:pt x="5677243" y="1524610"/>
                    <a:pt x="5680901" y="1523771"/>
                  </a:cubicBezTo>
                  <a:cubicBezTo>
                    <a:pt x="5682939" y="1523305"/>
                    <a:pt x="5684339" y="1520876"/>
                    <a:pt x="5686425" y="1520828"/>
                  </a:cubicBezTo>
                  <a:close/>
                  <a:moveTo>
                    <a:pt x="6896100" y="1581150"/>
                  </a:moveTo>
                  <a:cubicBezTo>
                    <a:pt x="6897853" y="1579369"/>
                    <a:pt x="6901291" y="1581779"/>
                    <a:pt x="6903568" y="1580769"/>
                  </a:cubicBezTo>
                  <a:cubicBezTo>
                    <a:pt x="6906016" y="1579683"/>
                    <a:pt x="6915398" y="1564310"/>
                    <a:pt x="6914340" y="1562595"/>
                  </a:cubicBezTo>
                  <a:cubicBezTo>
                    <a:pt x="6908063" y="1552442"/>
                    <a:pt x="6897557" y="1579664"/>
                    <a:pt x="6896100" y="1581150"/>
                  </a:cubicBezTo>
                  <a:close/>
                  <a:moveTo>
                    <a:pt x="5168141" y="1886302"/>
                  </a:moveTo>
                  <a:cubicBezTo>
                    <a:pt x="5142605" y="1913515"/>
                    <a:pt x="5135213" y="1961131"/>
                    <a:pt x="5122697" y="1998878"/>
                  </a:cubicBezTo>
                  <a:cubicBezTo>
                    <a:pt x="5091151" y="2094005"/>
                    <a:pt x="5050393" y="2233089"/>
                    <a:pt x="5049441" y="2331891"/>
                  </a:cubicBezTo>
                  <a:cubicBezTo>
                    <a:pt x="5069938" y="2284905"/>
                    <a:pt x="5077368" y="2228107"/>
                    <a:pt x="5088541" y="2176367"/>
                  </a:cubicBezTo>
                  <a:cubicBezTo>
                    <a:pt x="5109410" y="2079755"/>
                    <a:pt x="5135432" y="1979343"/>
                    <a:pt x="5168141" y="1886302"/>
                  </a:cubicBezTo>
                  <a:close/>
                  <a:moveTo>
                    <a:pt x="4466882" y="1914868"/>
                  </a:moveTo>
                  <a:cubicBezTo>
                    <a:pt x="4461862" y="1909858"/>
                    <a:pt x="4453033" y="1918687"/>
                    <a:pt x="4458043" y="1923707"/>
                  </a:cubicBezTo>
                  <a:cubicBezTo>
                    <a:pt x="4463063" y="1928717"/>
                    <a:pt x="4471892" y="1919888"/>
                    <a:pt x="4466882" y="1914868"/>
                  </a:cubicBezTo>
                  <a:close/>
                  <a:moveTo>
                    <a:pt x="4667250" y="1914525"/>
                  </a:moveTo>
                  <a:cubicBezTo>
                    <a:pt x="4609795" y="1983848"/>
                    <a:pt x="4580115" y="2082432"/>
                    <a:pt x="4550788" y="2166728"/>
                  </a:cubicBezTo>
                  <a:cubicBezTo>
                    <a:pt x="4510688" y="2282000"/>
                    <a:pt x="4482160" y="2397519"/>
                    <a:pt x="4455728" y="2516467"/>
                  </a:cubicBezTo>
                  <a:cubicBezTo>
                    <a:pt x="4443613" y="2571036"/>
                    <a:pt x="4431973" y="2626843"/>
                    <a:pt x="4431906" y="2682783"/>
                  </a:cubicBezTo>
                  <a:cubicBezTo>
                    <a:pt x="4446899" y="2642035"/>
                    <a:pt x="4450280" y="2597077"/>
                    <a:pt x="4459615" y="2553462"/>
                  </a:cubicBezTo>
                  <a:cubicBezTo>
                    <a:pt x="4472178" y="2494798"/>
                    <a:pt x="4483465" y="2436019"/>
                    <a:pt x="4497838" y="2377726"/>
                  </a:cubicBezTo>
                  <a:cubicBezTo>
                    <a:pt x="4537224" y="2218030"/>
                    <a:pt x="4600613" y="2063267"/>
                    <a:pt x="4667250" y="1914525"/>
                  </a:cubicBezTo>
                  <a:close/>
                  <a:moveTo>
                    <a:pt x="4391978" y="1952625"/>
                  </a:moveTo>
                  <a:cubicBezTo>
                    <a:pt x="4420219" y="1941767"/>
                    <a:pt x="4382795" y="1964065"/>
                    <a:pt x="4401102" y="1944605"/>
                  </a:cubicBezTo>
                  <a:cubicBezTo>
                    <a:pt x="4405751" y="1939661"/>
                    <a:pt x="4419257" y="1944948"/>
                    <a:pt x="4424972" y="1942757"/>
                  </a:cubicBezTo>
                  <a:cubicBezTo>
                    <a:pt x="4424982" y="1942748"/>
                    <a:pt x="4433268" y="1933927"/>
                    <a:pt x="4433278" y="1933918"/>
                  </a:cubicBezTo>
                  <a:cubicBezTo>
                    <a:pt x="4458986" y="1923631"/>
                    <a:pt x="4425496" y="1942500"/>
                    <a:pt x="4448175" y="1931670"/>
                  </a:cubicBezTo>
                  <a:cubicBezTo>
                    <a:pt x="4445765" y="1931622"/>
                    <a:pt x="4448546" y="1926107"/>
                    <a:pt x="4446670" y="1924602"/>
                  </a:cubicBezTo>
                  <a:cubicBezTo>
                    <a:pt x="4445708" y="1923831"/>
                    <a:pt x="4431592" y="1923907"/>
                    <a:pt x="4430630" y="1924602"/>
                  </a:cubicBezTo>
                  <a:cubicBezTo>
                    <a:pt x="4418676" y="1933270"/>
                    <a:pt x="4440069" y="1930660"/>
                    <a:pt x="4422315" y="1933432"/>
                  </a:cubicBezTo>
                  <a:cubicBezTo>
                    <a:pt x="4416342" y="1934375"/>
                    <a:pt x="4394521" y="1930965"/>
                    <a:pt x="4391444" y="1936842"/>
                  </a:cubicBezTo>
                  <a:cubicBezTo>
                    <a:pt x="4388996" y="1941509"/>
                    <a:pt x="4394997" y="1948310"/>
                    <a:pt x="4391978" y="1952625"/>
                  </a:cubicBezTo>
                  <a:close/>
                  <a:moveTo>
                    <a:pt x="4174741" y="1975390"/>
                  </a:moveTo>
                  <a:lnTo>
                    <a:pt x="4131259" y="2048961"/>
                  </a:lnTo>
                  <a:cubicBezTo>
                    <a:pt x="4124049" y="2060496"/>
                    <a:pt x="4113647" y="2069678"/>
                    <a:pt x="4106809" y="2082175"/>
                  </a:cubicBezTo>
                  <a:cubicBezTo>
                    <a:pt x="4083225" y="2125228"/>
                    <a:pt x="4064298" y="2171786"/>
                    <a:pt x="4046087" y="2217201"/>
                  </a:cubicBezTo>
                  <a:cubicBezTo>
                    <a:pt x="4038838" y="2235279"/>
                    <a:pt x="4025332" y="2256511"/>
                    <a:pt x="4024427" y="2276323"/>
                  </a:cubicBezTo>
                  <a:cubicBezTo>
                    <a:pt x="4024274" y="2279685"/>
                    <a:pt x="4027456" y="2282647"/>
                    <a:pt x="4027265" y="2286000"/>
                  </a:cubicBezTo>
                  <a:cubicBezTo>
                    <a:pt x="4048744" y="2222097"/>
                    <a:pt x="4083691" y="2160822"/>
                    <a:pt x="4112581" y="2098567"/>
                  </a:cubicBezTo>
                  <a:cubicBezTo>
                    <a:pt x="4123230" y="2075631"/>
                    <a:pt x="4133240" y="2049237"/>
                    <a:pt x="4145671" y="2027739"/>
                  </a:cubicBezTo>
                  <a:cubicBezTo>
                    <a:pt x="4156215" y="2009518"/>
                    <a:pt x="4169883" y="1993402"/>
                    <a:pt x="4174741" y="1975390"/>
                  </a:cubicBezTo>
                  <a:close/>
                  <a:moveTo>
                    <a:pt x="6781219" y="2105606"/>
                  </a:moveTo>
                  <a:cubicBezTo>
                    <a:pt x="6765522" y="2102406"/>
                    <a:pt x="6771056" y="2123561"/>
                    <a:pt x="6782486" y="2129180"/>
                  </a:cubicBezTo>
                  <a:cubicBezTo>
                    <a:pt x="6784686" y="2130266"/>
                    <a:pt x="6786934" y="2132962"/>
                    <a:pt x="6789239" y="2132114"/>
                  </a:cubicBezTo>
                  <a:cubicBezTo>
                    <a:pt x="6794383" y="2130219"/>
                    <a:pt x="6791087" y="2117284"/>
                    <a:pt x="6788020" y="2114798"/>
                  </a:cubicBezTo>
                  <a:cubicBezTo>
                    <a:pt x="6786420" y="2113502"/>
                    <a:pt x="6783495" y="2114207"/>
                    <a:pt x="6782267" y="2112550"/>
                  </a:cubicBezTo>
                  <a:cubicBezTo>
                    <a:pt x="6780876" y="2110673"/>
                    <a:pt x="6783514" y="2106073"/>
                    <a:pt x="6781219" y="2105606"/>
                  </a:cubicBezTo>
                  <a:close/>
                  <a:moveTo>
                    <a:pt x="2773099" y="2765650"/>
                  </a:moveTo>
                  <a:cubicBezTo>
                    <a:pt x="2834869" y="2769079"/>
                    <a:pt x="2711701" y="2752506"/>
                    <a:pt x="2785605" y="2761602"/>
                  </a:cubicBezTo>
                  <a:cubicBezTo>
                    <a:pt x="2825753" y="2766536"/>
                    <a:pt x="2843479" y="2794940"/>
                    <a:pt x="2901772" y="2778252"/>
                  </a:cubicBezTo>
                  <a:cubicBezTo>
                    <a:pt x="2940710" y="2767098"/>
                    <a:pt x="3005271" y="2696213"/>
                    <a:pt x="3039370" y="2668514"/>
                  </a:cubicBezTo>
                  <a:cubicBezTo>
                    <a:pt x="3117123" y="2605335"/>
                    <a:pt x="3235814" y="2528145"/>
                    <a:pt x="3324349" y="2481491"/>
                  </a:cubicBezTo>
                  <a:cubicBezTo>
                    <a:pt x="3340913" y="2472766"/>
                    <a:pt x="3357829" y="2464375"/>
                    <a:pt x="3372364" y="2452402"/>
                  </a:cubicBezTo>
                  <a:cubicBezTo>
                    <a:pt x="3394910" y="2433809"/>
                    <a:pt x="3467738" y="2348779"/>
                    <a:pt x="3414570" y="2330882"/>
                  </a:cubicBezTo>
                  <a:cubicBezTo>
                    <a:pt x="3376165" y="2317956"/>
                    <a:pt x="3331693" y="2348694"/>
                    <a:pt x="3299908" y="2366324"/>
                  </a:cubicBezTo>
                  <a:cubicBezTo>
                    <a:pt x="3213325" y="2414321"/>
                    <a:pt x="3124000" y="2457202"/>
                    <a:pt x="3035999" y="2502513"/>
                  </a:cubicBezTo>
                  <a:cubicBezTo>
                    <a:pt x="2980258" y="2531221"/>
                    <a:pt x="2928366" y="2567388"/>
                    <a:pt x="2869568" y="2590067"/>
                  </a:cubicBezTo>
                  <a:cubicBezTo>
                    <a:pt x="2823839" y="2607707"/>
                    <a:pt x="2764717" y="2615127"/>
                    <a:pt x="2724683" y="2644511"/>
                  </a:cubicBezTo>
                  <a:cubicBezTo>
                    <a:pt x="2719302" y="2648455"/>
                    <a:pt x="2621690" y="2772728"/>
                    <a:pt x="2614336" y="2784729"/>
                  </a:cubicBezTo>
                  <a:cubicBezTo>
                    <a:pt x="2609231" y="2793073"/>
                    <a:pt x="2604545" y="2803246"/>
                    <a:pt x="2604287" y="2813171"/>
                  </a:cubicBezTo>
                  <a:cubicBezTo>
                    <a:pt x="2603078" y="2858605"/>
                    <a:pt x="2660818" y="2954750"/>
                    <a:pt x="2689936" y="2988707"/>
                  </a:cubicBezTo>
                  <a:cubicBezTo>
                    <a:pt x="2716749" y="3019987"/>
                    <a:pt x="2753249" y="3046819"/>
                    <a:pt x="2789692" y="3065840"/>
                  </a:cubicBezTo>
                  <a:cubicBezTo>
                    <a:pt x="2804408" y="3073527"/>
                    <a:pt x="2822753" y="3079080"/>
                    <a:pt x="2836021" y="3088938"/>
                  </a:cubicBezTo>
                  <a:cubicBezTo>
                    <a:pt x="2877817" y="3119999"/>
                    <a:pt x="2804531" y="3067517"/>
                    <a:pt x="2845079" y="3101140"/>
                  </a:cubicBezTo>
                  <a:cubicBezTo>
                    <a:pt x="2769899" y="3100168"/>
                    <a:pt x="2729436" y="3045143"/>
                    <a:pt x="2677020" y="3000375"/>
                  </a:cubicBezTo>
                  <a:cubicBezTo>
                    <a:pt x="2661380" y="3039599"/>
                    <a:pt x="2678992" y="2963313"/>
                    <a:pt x="2667686" y="3007271"/>
                  </a:cubicBezTo>
                  <a:cubicBezTo>
                    <a:pt x="2663857" y="3022187"/>
                    <a:pt x="2668629" y="3042980"/>
                    <a:pt x="2669705" y="3058220"/>
                  </a:cubicBezTo>
                  <a:cubicBezTo>
                    <a:pt x="2674763" y="3130039"/>
                    <a:pt x="2686145" y="3215535"/>
                    <a:pt x="2632720" y="3273085"/>
                  </a:cubicBezTo>
                  <a:cubicBezTo>
                    <a:pt x="2633729" y="3240834"/>
                    <a:pt x="2642702" y="3208582"/>
                    <a:pt x="2645578" y="3175654"/>
                  </a:cubicBezTo>
                  <a:cubicBezTo>
                    <a:pt x="2653646" y="3083119"/>
                    <a:pt x="2641235" y="2977486"/>
                    <a:pt x="2606459" y="2890809"/>
                  </a:cubicBezTo>
                  <a:cubicBezTo>
                    <a:pt x="2588914" y="2847080"/>
                    <a:pt x="2563606" y="2802426"/>
                    <a:pt x="2538003" y="2762936"/>
                  </a:cubicBezTo>
                  <a:cubicBezTo>
                    <a:pt x="2521353" y="2737237"/>
                    <a:pt x="2504018" y="2716197"/>
                    <a:pt x="2492997" y="2688241"/>
                  </a:cubicBezTo>
                  <a:cubicBezTo>
                    <a:pt x="2572369" y="2640359"/>
                    <a:pt x="2545023" y="2545375"/>
                    <a:pt x="2557005" y="2467366"/>
                  </a:cubicBezTo>
                  <a:cubicBezTo>
                    <a:pt x="2562082" y="2434342"/>
                    <a:pt x="2583485" y="2365410"/>
                    <a:pt x="2582123" y="2337111"/>
                  </a:cubicBezTo>
                  <a:cubicBezTo>
                    <a:pt x="2577903" y="2249805"/>
                    <a:pt x="2584323" y="2399214"/>
                    <a:pt x="2577417" y="2323929"/>
                  </a:cubicBezTo>
                  <a:lnTo>
                    <a:pt x="2456802" y="2392918"/>
                  </a:lnTo>
                  <a:cubicBezTo>
                    <a:pt x="2380040" y="2435247"/>
                    <a:pt x="2302669" y="2471976"/>
                    <a:pt x="2244042" y="2539727"/>
                  </a:cubicBezTo>
                  <a:cubicBezTo>
                    <a:pt x="2142820" y="2656713"/>
                    <a:pt x="2144192" y="2790701"/>
                    <a:pt x="2130419" y="2935538"/>
                  </a:cubicBezTo>
                  <a:cubicBezTo>
                    <a:pt x="2124485" y="2997956"/>
                    <a:pt x="2113512" y="3059554"/>
                    <a:pt x="2107578" y="3121990"/>
                  </a:cubicBezTo>
                  <a:cubicBezTo>
                    <a:pt x="2095014" y="3254435"/>
                    <a:pt x="2067754" y="3341751"/>
                    <a:pt x="2131428" y="3466624"/>
                  </a:cubicBezTo>
                  <a:cubicBezTo>
                    <a:pt x="2140372" y="3484169"/>
                    <a:pt x="2147878" y="3511010"/>
                    <a:pt x="2163804" y="3523574"/>
                  </a:cubicBezTo>
                  <a:cubicBezTo>
                    <a:pt x="2179253" y="3535747"/>
                    <a:pt x="2246948" y="3511029"/>
                    <a:pt x="2267369" y="3505772"/>
                  </a:cubicBezTo>
                  <a:cubicBezTo>
                    <a:pt x="2364724" y="3480692"/>
                    <a:pt x="2454392" y="3408969"/>
                    <a:pt x="2558034" y="3415960"/>
                  </a:cubicBezTo>
                  <a:cubicBezTo>
                    <a:pt x="2590800" y="3418170"/>
                    <a:pt x="2614641" y="3442916"/>
                    <a:pt x="2648341" y="3446745"/>
                  </a:cubicBezTo>
                  <a:cubicBezTo>
                    <a:pt x="2673410" y="3449593"/>
                    <a:pt x="2697575" y="3437763"/>
                    <a:pt x="2723464" y="3440954"/>
                  </a:cubicBezTo>
                  <a:cubicBezTo>
                    <a:pt x="2766517" y="3446259"/>
                    <a:pt x="2850194" y="3483245"/>
                    <a:pt x="2891590" y="3502647"/>
                  </a:cubicBezTo>
                  <a:cubicBezTo>
                    <a:pt x="2917860" y="3514954"/>
                    <a:pt x="2936815" y="3536194"/>
                    <a:pt x="2961618" y="3550720"/>
                  </a:cubicBezTo>
                  <a:cubicBezTo>
                    <a:pt x="2998641" y="3572389"/>
                    <a:pt x="3109836" y="3602422"/>
                    <a:pt x="3152375" y="3601336"/>
                  </a:cubicBezTo>
                  <a:cubicBezTo>
                    <a:pt x="3200324" y="3600117"/>
                    <a:pt x="3241548" y="3557816"/>
                    <a:pt x="3278619" y="3531699"/>
                  </a:cubicBezTo>
                  <a:cubicBezTo>
                    <a:pt x="3343151" y="3486255"/>
                    <a:pt x="3417961" y="3436106"/>
                    <a:pt x="3493541" y="3411817"/>
                  </a:cubicBezTo>
                  <a:cubicBezTo>
                    <a:pt x="3566855" y="3388243"/>
                    <a:pt x="3648361" y="3401063"/>
                    <a:pt x="3724085" y="3398272"/>
                  </a:cubicBezTo>
                  <a:cubicBezTo>
                    <a:pt x="3755079" y="3397120"/>
                    <a:pt x="3795732" y="3384852"/>
                    <a:pt x="3799180" y="3348076"/>
                  </a:cubicBezTo>
                  <a:cubicBezTo>
                    <a:pt x="3805133" y="3284668"/>
                    <a:pt x="3694909" y="3267723"/>
                    <a:pt x="3649980" y="3260417"/>
                  </a:cubicBezTo>
                  <a:cubicBezTo>
                    <a:pt x="3507810" y="3237281"/>
                    <a:pt x="3375631" y="3262265"/>
                    <a:pt x="3240919" y="3308128"/>
                  </a:cubicBezTo>
                  <a:cubicBezTo>
                    <a:pt x="3217593" y="3316062"/>
                    <a:pt x="3196981" y="3330673"/>
                    <a:pt x="3173940" y="3339646"/>
                  </a:cubicBezTo>
                  <a:cubicBezTo>
                    <a:pt x="3172892" y="3336141"/>
                    <a:pt x="3164767" y="3339732"/>
                    <a:pt x="3163481" y="3336312"/>
                  </a:cubicBezTo>
                  <a:cubicBezTo>
                    <a:pt x="3159662" y="3326225"/>
                    <a:pt x="3177711" y="3316481"/>
                    <a:pt x="3167986" y="3307575"/>
                  </a:cubicBezTo>
                  <a:cubicBezTo>
                    <a:pt x="3149918" y="3291040"/>
                    <a:pt x="3109684" y="3295012"/>
                    <a:pt x="3086929" y="3286830"/>
                  </a:cubicBezTo>
                  <a:cubicBezTo>
                    <a:pt x="3073470" y="3281991"/>
                    <a:pt x="3066698" y="3268790"/>
                    <a:pt x="3053439" y="3262970"/>
                  </a:cubicBezTo>
                  <a:cubicBezTo>
                    <a:pt x="3015301" y="3246225"/>
                    <a:pt x="2997394" y="3248797"/>
                    <a:pt x="2959503" y="3224289"/>
                  </a:cubicBezTo>
                  <a:cubicBezTo>
                    <a:pt x="3035637" y="3214764"/>
                    <a:pt x="3116275" y="3260141"/>
                    <a:pt x="3190475" y="3278876"/>
                  </a:cubicBezTo>
                  <a:cubicBezTo>
                    <a:pt x="3198838" y="3280991"/>
                    <a:pt x="3206687" y="3285620"/>
                    <a:pt x="3215640" y="3284230"/>
                  </a:cubicBezTo>
                  <a:cubicBezTo>
                    <a:pt x="3229842" y="3282029"/>
                    <a:pt x="3245996" y="3267751"/>
                    <a:pt x="3259388" y="3261817"/>
                  </a:cubicBezTo>
                  <a:cubicBezTo>
                    <a:pt x="3286430" y="3249844"/>
                    <a:pt x="3317738" y="3248082"/>
                    <a:pt x="3343913" y="3234547"/>
                  </a:cubicBezTo>
                  <a:cubicBezTo>
                    <a:pt x="3365897" y="3223174"/>
                    <a:pt x="3384756" y="3200295"/>
                    <a:pt x="3404749" y="3185522"/>
                  </a:cubicBezTo>
                  <a:lnTo>
                    <a:pt x="3513687" y="3110332"/>
                  </a:lnTo>
                  <a:cubicBezTo>
                    <a:pt x="3461928" y="3080737"/>
                    <a:pt x="3363935" y="3044228"/>
                    <a:pt x="3388604" y="2961827"/>
                  </a:cubicBezTo>
                  <a:cubicBezTo>
                    <a:pt x="3410064" y="2890171"/>
                    <a:pt x="3373831" y="3016491"/>
                    <a:pt x="3397663" y="2950997"/>
                  </a:cubicBezTo>
                  <a:cubicBezTo>
                    <a:pt x="3404635" y="2957160"/>
                    <a:pt x="3412579" y="2958332"/>
                    <a:pt x="3416770" y="2967885"/>
                  </a:cubicBezTo>
                  <a:cubicBezTo>
                    <a:pt x="3421904" y="2979582"/>
                    <a:pt x="3420951" y="2993660"/>
                    <a:pt x="3424695" y="3005919"/>
                  </a:cubicBezTo>
                  <a:cubicBezTo>
                    <a:pt x="3436630" y="3044981"/>
                    <a:pt x="3472415" y="3072927"/>
                    <a:pt x="3513220" y="3076280"/>
                  </a:cubicBezTo>
                  <a:cubicBezTo>
                    <a:pt x="3592287" y="3082776"/>
                    <a:pt x="3635073" y="3048581"/>
                    <a:pt x="3704863" y="3020892"/>
                  </a:cubicBezTo>
                  <a:cubicBezTo>
                    <a:pt x="3843176" y="2966009"/>
                    <a:pt x="3984593" y="2906439"/>
                    <a:pt x="4110599" y="2826658"/>
                  </a:cubicBezTo>
                  <a:cubicBezTo>
                    <a:pt x="4157234" y="2797131"/>
                    <a:pt x="4254846" y="2724998"/>
                    <a:pt x="4235520" y="2661095"/>
                  </a:cubicBezTo>
                  <a:cubicBezTo>
                    <a:pt x="4226062" y="2629795"/>
                    <a:pt x="4190743" y="2643121"/>
                    <a:pt x="4171455" y="2654932"/>
                  </a:cubicBezTo>
                  <a:cubicBezTo>
                    <a:pt x="4105827" y="2695127"/>
                    <a:pt x="4036476" y="2731579"/>
                    <a:pt x="3967163" y="2765203"/>
                  </a:cubicBezTo>
                  <a:cubicBezTo>
                    <a:pt x="3885505" y="2804817"/>
                    <a:pt x="3651390" y="2908973"/>
                    <a:pt x="3570846" y="2915441"/>
                  </a:cubicBezTo>
                  <a:cubicBezTo>
                    <a:pt x="3532765" y="2918508"/>
                    <a:pt x="3498999" y="2894581"/>
                    <a:pt x="3461309" y="2892238"/>
                  </a:cubicBezTo>
                  <a:cubicBezTo>
                    <a:pt x="3412998" y="2889247"/>
                    <a:pt x="3414951" y="2928347"/>
                    <a:pt x="3404797" y="2930671"/>
                  </a:cubicBezTo>
                  <a:cubicBezTo>
                    <a:pt x="3384823" y="2935243"/>
                    <a:pt x="3356762" y="2918069"/>
                    <a:pt x="3340741" y="2908992"/>
                  </a:cubicBezTo>
                  <a:cubicBezTo>
                    <a:pt x="3371479" y="2898210"/>
                    <a:pt x="3406292" y="2888542"/>
                    <a:pt x="3434801" y="2872559"/>
                  </a:cubicBezTo>
                  <a:cubicBezTo>
                    <a:pt x="3459299" y="2858834"/>
                    <a:pt x="3480645" y="2833392"/>
                    <a:pt x="3503657" y="2816533"/>
                  </a:cubicBezTo>
                  <a:cubicBezTo>
                    <a:pt x="3551406" y="2781557"/>
                    <a:pt x="3604355" y="2752249"/>
                    <a:pt x="3656086" y="2723664"/>
                  </a:cubicBezTo>
                  <a:cubicBezTo>
                    <a:pt x="3782997" y="2653560"/>
                    <a:pt x="3895401" y="2629891"/>
                    <a:pt x="4003224" y="2520325"/>
                  </a:cubicBezTo>
                  <a:cubicBezTo>
                    <a:pt x="4038381" y="2484596"/>
                    <a:pt x="4205030" y="2343369"/>
                    <a:pt x="4123030" y="2295687"/>
                  </a:cubicBezTo>
                  <a:cubicBezTo>
                    <a:pt x="4096807" y="2280437"/>
                    <a:pt x="4068166" y="2299240"/>
                    <a:pt x="4045649" y="2312899"/>
                  </a:cubicBezTo>
                  <a:cubicBezTo>
                    <a:pt x="3987013" y="2348494"/>
                    <a:pt x="3932463" y="2391004"/>
                    <a:pt x="3873932" y="2427141"/>
                  </a:cubicBezTo>
                  <a:cubicBezTo>
                    <a:pt x="3831374" y="2453430"/>
                    <a:pt x="3788788" y="2481777"/>
                    <a:pt x="3744611" y="2505161"/>
                  </a:cubicBezTo>
                  <a:cubicBezTo>
                    <a:pt x="3661972" y="2548880"/>
                    <a:pt x="3575199" y="2584218"/>
                    <a:pt x="3491941" y="2626300"/>
                  </a:cubicBezTo>
                  <a:cubicBezTo>
                    <a:pt x="3445783" y="2649636"/>
                    <a:pt x="3401425" y="2679640"/>
                    <a:pt x="3357658" y="2707196"/>
                  </a:cubicBezTo>
                  <a:cubicBezTo>
                    <a:pt x="3322406" y="2729389"/>
                    <a:pt x="3286535" y="2752754"/>
                    <a:pt x="3256988" y="2782357"/>
                  </a:cubicBezTo>
                  <a:cubicBezTo>
                    <a:pt x="3226775" y="2812637"/>
                    <a:pt x="3202267" y="2850375"/>
                    <a:pt x="3166596" y="2873150"/>
                  </a:cubicBezTo>
                  <a:cubicBezTo>
                    <a:pt x="3166510" y="2868778"/>
                    <a:pt x="3162491" y="2865120"/>
                    <a:pt x="3162338" y="2860758"/>
                  </a:cubicBezTo>
                  <a:cubicBezTo>
                    <a:pt x="3162024" y="2851328"/>
                    <a:pt x="3172625" y="2843441"/>
                    <a:pt x="3170787" y="2834383"/>
                  </a:cubicBezTo>
                  <a:cubicBezTo>
                    <a:pt x="3170291" y="2831983"/>
                    <a:pt x="3162243" y="2835983"/>
                    <a:pt x="3161824" y="2836126"/>
                  </a:cubicBezTo>
                  <a:lnTo>
                    <a:pt x="3124010" y="2847889"/>
                  </a:lnTo>
                  <a:cubicBezTo>
                    <a:pt x="3088548" y="2854385"/>
                    <a:pt x="3055049" y="2849870"/>
                    <a:pt x="3026674" y="2827772"/>
                  </a:cubicBezTo>
                  <a:cubicBezTo>
                    <a:pt x="3071127" y="2814323"/>
                    <a:pt x="2979220" y="2830439"/>
                    <a:pt x="3032531" y="2819895"/>
                  </a:cubicBezTo>
                  <a:cubicBezTo>
                    <a:pt x="3040942" y="2818238"/>
                    <a:pt x="3049648" y="2823858"/>
                    <a:pt x="3057592" y="2825563"/>
                  </a:cubicBezTo>
                  <a:cubicBezTo>
                    <a:pt x="3082490" y="2830935"/>
                    <a:pt x="3106865" y="2823820"/>
                    <a:pt x="3130029" y="2815009"/>
                  </a:cubicBezTo>
                  <a:cubicBezTo>
                    <a:pt x="3209858" y="2784624"/>
                    <a:pt x="3272123" y="2727541"/>
                    <a:pt x="3343885" y="2683193"/>
                  </a:cubicBezTo>
                  <a:cubicBezTo>
                    <a:pt x="3485426" y="2595734"/>
                    <a:pt x="3627491" y="2509799"/>
                    <a:pt x="3772824" y="2428646"/>
                  </a:cubicBezTo>
                  <a:cubicBezTo>
                    <a:pt x="3807752" y="2409149"/>
                    <a:pt x="3843623" y="2388432"/>
                    <a:pt x="3873360" y="2361390"/>
                  </a:cubicBezTo>
                  <a:cubicBezTo>
                    <a:pt x="3904097" y="2333444"/>
                    <a:pt x="3965600" y="2250900"/>
                    <a:pt x="3934825" y="2209638"/>
                  </a:cubicBezTo>
                  <a:cubicBezTo>
                    <a:pt x="3913080" y="2180501"/>
                    <a:pt x="3877913" y="2200704"/>
                    <a:pt x="3853891" y="2215629"/>
                  </a:cubicBezTo>
                  <a:lnTo>
                    <a:pt x="3650904" y="2341302"/>
                  </a:lnTo>
                  <a:cubicBezTo>
                    <a:pt x="3568046" y="2392185"/>
                    <a:pt x="3479092" y="2428189"/>
                    <a:pt x="3392557" y="2471785"/>
                  </a:cubicBezTo>
                  <a:cubicBezTo>
                    <a:pt x="3342618" y="2496941"/>
                    <a:pt x="3296955" y="2531945"/>
                    <a:pt x="3249930" y="2562063"/>
                  </a:cubicBezTo>
                  <a:cubicBezTo>
                    <a:pt x="3213668" y="2585295"/>
                    <a:pt x="3175140" y="2604478"/>
                    <a:pt x="3140031" y="2629567"/>
                  </a:cubicBezTo>
                  <a:cubicBezTo>
                    <a:pt x="3089977" y="2665352"/>
                    <a:pt x="3057430" y="2716349"/>
                    <a:pt x="3014624" y="2759669"/>
                  </a:cubicBezTo>
                  <a:lnTo>
                    <a:pt x="2979811" y="2806294"/>
                  </a:lnTo>
                  <a:cubicBezTo>
                    <a:pt x="2968181" y="2810056"/>
                    <a:pt x="2952226" y="2797435"/>
                    <a:pt x="2939567" y="2797950"/>
                  </a:cubicBezTo>
                  <a:cubicBezTo>
                    <a:pt x="2925185" y="2798531"/>
                    <a:pt x="2911307" y="2804817"/>
                    <a:pt x="2897219" y="2807294"/>
                  </a:cubicBezTo>
                  <a:cubicBezTo>
                    <a:pt x="2847737" y="2816019"/>
                    <a:pt x="2803074" y="2804617"/>
                    <a:pt x="2773099" y="2765650"/>
                  </a:cubicBezTo>
                  <a:close/>
                  <a:moveTo>
                    <a:pt x="4381500" y="2219325"/>
                  </a:moveTo>
                  <a:cubicBezTo>
                    <a:pt x="4378042" y="2223383"/>
                    <a:pt x="4372156" y="2224821"/>
                    <a:pt x="4368613" y="2228802"/>
                  </a:cubicBezTo>
                  <a:cubicBezTo>
                    <a:pt x="4349658" y="2250091"/>
                    <a:pt x="4334113" y="2305136"/>
                    <a:pt x="4323874" y="2332834"/>
                  </a:cubicBezTo>
                  <a:cubicBezTo>
                    <a:pt x="4292146" y="2418664"/>
                    <a:pt x="4249331" y="2528687"/>
                    <a:pt x="4242387" y="2618842"/>
                  </a:cubicBezTo>
                  <a:cubicBezTo>
                    <a:pt x="4284507" y="2539889"/>
                    <a:pt x="4216498" y="2677897"/>
                    <a:pt x="4252503" y="2606659"/>
                  </a:cubicBezTo>
                  <a:cubicBezTo>
                    <a:pt x="4261885" y="2588095"/>
                    <a:pt x="4262999" y="2562692"/>
                    <a:pt x="4268276" y="2542642"/>
                  </a:cubicBezTo>
                  <a:lnTo>
                    <a:pt x="4298223" y="2444020"/>
                  </a:lnTo>
                  <a:cubicBezTo>
                    <a:pt x="4322321" y="2368458"/>
                    <a:pt x="4351411" y="2290867"/>
                    <a:pt x="4381500" y="2219325"/>
                  </a:cubicBezTo>
                  <a:close/>
                  <a:moveTo>
                    <a:pt x="2603535" y="2317833"/>
                  </a:moveTo>
                  <a:cubicBezTo>
                    <a:pt x="2602640" y="2368106"/>
                    <a:pt x="2592991" y="2416426"/>
                    <a:pt x="2589190" y="2466394"/>
                  </a:cubicBezTo>
                  <a:cubicBezTo>
                    <a:pt x="2585476" y="2515057"/>
                    <a:pt x="2590343" y="2569388"/>
                    <a:pt x="2578732" y="2616803"/>
                  </a:cubicBezTo>
                  <a:cubicBezTo>
                    <a:pt x="2572322" y="2642978"/>
                    <a:pt x="2536927" y="2700195"/>
                    <a:pt x="2536155" y="2706824"/>
                  </a:cubicBezTo>
                  <a:cubicBezTo>
                    <a:pt x="2534564" y="2720426"/>
                    <a:pt x="2569369" y="2762231"/>
                    <a:pt x="2578484" y="2774994"/>
                  </a:cubicBezTo>
                  <a:cubicBezTo>
                    <a:pt x="2609831" y="2748744"/>
                    <a:pt x="2639063" y="2714730"/>
                    <a:pt x="2663885" y="2680849"/>
                  </a:cubicBezTo>
                  <a:cubicBezTo>
                    <a:pt x="2677725" y="2661971"/>
                    <a:pt x="2687745" y="2639854"/>
                    <a:pt x="2706948" y="2625547"/>
                  </a:cubicBezTo>
                  <a:cubicBezTo>
                    <a:pt x="2766689" y="2581037"/>
                    <a:pt x="2849794" y="2576493"/>
                    <a:pt x="2912726" y="2540775"/>
                  </a:cubicBezTo>
                  <a:cubicBezTo>
                    <a:pt x="2883256" y="2498388"/>
                    <a:pt x="2848994" y="2452945"/>
                    <a:pt x="2795502" y="2441134"/>
                  </a:cubicBezTo>
                  <a:cubicBezTo>
                    <a:pt x="2774232" y="2436438"/>
                    <a:pt x="2720854" y="2452183"/>
                    <a:pt x="2708138" y="2443448"/>
                  </a:cubicBezTo>
                  <a:cubicBezTo>
                    <a:pt x="2679478" y="2423770"/>
                    <a:pt x="2700604" y="2352104"/>
                    <a:pt x="2603535" y="2317833"/>
                  </a:cubicBezTo>
                  <a:close/>
                  <a:moveTo>
                    <a:pt x="7581557" y="2343493"/>
                  </a:moveTo>
                  <a:cubicBezTo>
                    <a:pt x="7576537" y="2338483"/>
                    <a:pt x="7567708" y="2347312"/>
                    <a:pt x="7572718" y="2352332"/>
                  </a:cubicBezTo>
                  <a:cubicBezTo>
                    <a:pt x="7577738" y="2357342"/>
                    <a:pt x="7586567" y="2348513"/>
                    <a:pt x="7581557" y="2343493"/>
                  </a:cubicBezTo>
                  <a:close/>
                  <a:moveTo>
                    <a:pt x="3905250" y="2381250"/>
                  </a:moveTo>
                  <a:cubicBezTo>
                    <a:pt x="3914099" y="2371725"/>
                    <a:pt x="3924529" y="2379316"/>
                    <a:pt x="3924300" y="2360743"/>
                  </a:cubicBezTo>
                  <a:cubicBezTo>
                    <a:pt x="3924271" y="2358333"/>
                    <a:pt x="3925834" y="2354790"/>
                    <a:pt x="3923776" y="2353523"/>
                  </a:cubicBezTo>
                  <a:cubicBezTo>
                    <a:pt x="3921376" y="2352037"/>
                    <a:pt x="3906755" y="2362124"/>
                    <a:pt x="3905583" y="2365315"/>
                  </a:cubicBezTo>
                  <a:cubicBezTo>
                    <a:pt x="3903764" y="2370306"/>
                    <a:pt x="3907526" y="2376449"/>
                    <a:pt x="3905250" y="2381250"/>
                  </a:cubicBezTo>
                  <a:close/>
                  <a:moveTo>
                    <a:pt x="7584053" y="2363686"/>
                  </a:moveTo>
                  <a:cubicBezTo>
                    <a:pt x="7588225" y="2424065"/>
                    <a:pt x="7613637" y="2479281"/>
                    <a:pt x="7627191" y="2538060"/>
                  </a:cubicBezTo>
                  <a:cubicBezTo>
                    <a:pt x="7647270" y="2625195"/>
                    <a:pt x="7668149" y="2711834"/>
                    <a:pt x="7691199" y="2798169"/>
                  </a:cubicBezTo>
                  <a:cubicBezTo>
                    <a:pt x="7699705" y="2709634"/>
                    <a:pt x="7625963" y="2446763"/>
                    <a:pt x="7584053" y="2363686"/>
                  </a:cubicBezTo>
                  <a:close/>
                  <a:moveTo>
                    <a:pt x="1876320" y="3559816"/>
                  </a:moveTo>
                  <a:cubicBezTo>
                    <a:pt x="1910925" y="3522402"/>
                    <a:pt x="1931013" y="3475377"/>
                    <a:pt x="1970170" y="3441230"/>
                  </a:cubicBezTo>
                  <a:cubicBezTo>
                    <a:pt x="1959121" y="3475711"/>
                    <a:pt x="1933813" y="3500152"/>
                    <a:pt x="1916411" y="3531908"/>
                  </a:cubicBezTo>
                  <a:cubicBezTo>
                    <a:pt x="1939271" y="3525298"/>
                    <a:pt x="2000069" y="3518240"/>
                    <a:pt x="2016109" y="3504743"/>
                  </a:cubicBezTo>
                  <a:cubicBezTo>
                    <a:pt x="2042322" y="3482673"/>
                    <a:pt x="2053390" y="3375041"/>
                    <a:pt x="2048742" y="3342904"/>
                  </a:cubicBezTo>
                  <a:cubicBezTo>
                    <a:pt x="2044894" y="3316319"/>
                    <a:pt x="2024634" y="3286201"/>
                    <a:pt x="2028777" y="3259398"/>
                  </a:cubicBezTo>
                  <a:cubicBezTo>
                    <a:pt x="2033692" y="3227651"/>
                    <a:pt x="2052085" y="3194047"/>
                    <a:pt x="2062429" y="3163405"/>
                  </a:cubicBezTo>
                  <a:cubicBezTo>
                    <a:pt x="2077726" y="3118094"/>
                    <a:pt x="2084099" y="3067698"/>
                    <a:pt x="2090623" y="3020473"/>
                  </a:cubicBezTo>
                  <a:cubicBezTo>
                    <a:pt x="2101158" y="2944301"/>
                    <a:pt x="2112407" y="2864825"/>
                    <a:pt x="2113769" y="2787891"/>
                  </a:cubicBezTo>
                  <a:cubicBezTo>
                    <a:pt x="2114188" y="2763803"/>
                    <a:pt x="2101872" y="2730503"/>
                    <a:pt x="2103739" y="2711948"/>
                  </a:cubicBezTo>
                  <a:cubicBezTo>
                    <a:pt x="2104911" y="2700309"/>
                    <a:pt x="2117960" y="2690679"/>
                    <a:pt x="2122780" y="2680164"/>
                  </a:cubicBezTo>
                  <a:cubicBezTo>
                    <a:pt x="2134762" y="2654017"/>
                    <a:pt x="2142401" y="2626062"/>
                    <a:pt x="2155203" y="2600258"/>
                  </a:cubicBezTo>
                  <a:lnTo>
                    <a:pt x="2185864" y="2546823"/>
                  </a:lnTo>
                  <a:cubicBezTo>
                    <a:pt x="2088347" y="2579951"/>
                    <a:pt x="2028254" y="2717444"/>
                    <a:pt x="1971818" y="2797464"/>
                  </a:cubicBezTo>
                  <a:cubicBezTo>
                    <a:pt x="1950196" y="2828125"/>
                    <a:pt x="1922593" y="2855795"/>
                    <a:pt x="1899095" y="2885180"/>
                  </a:cubicBezTo>
                  <a:cubicBezTo>
                    <a:pt x="1838011" y="2961580"/>
                    <a:pt x="1742646" y="3096835"/>
                    <a:pt x="1716891" y="3189751"/>
                  </a:cubicBezTo>
                  <a:cubicBezTo>
                    <a:pt x="1708623" y="3219602"/>
                    <a:pt x="1708128" y="3252483"/>
                    <a:pt x="1713243" y="3282915"/>
                  </a:cubicBezTo>
                  <a:cubicBezTo>
                    <a:pt x="1724311" y="3348838"/>
                    <a:pt x="1767821" y="3416056"/>
                    <a:pt x="1807445" y="3468510"/>
                  </a:cubicBezTo>
                  <a:cubicBezTo>
                    <a:pt x="1826781" y="3494103"/>
                    <a:pt x="1839258" y="3534127"/>
                    <a:pt x="1863490" y="3554978"/>
                  </a:cubicBezTo>
                  <a:cubicBezTo>
                    <a:pt x="1900838" y="3587115"/>
                    <a:pt x="1836877" y="3530356"/>
                    <a:pt x="1876320" y="3559816"/>
                  </a:cubicBezTo>
                  <a:close/>
                  <a:moveTo>
                    <a:pt x="3884533" y="2641987"/>
                  </a:moveTo>
                  <a:cubicBezTo>
                    <a:pt x="3860406" y="2651246"/>
                    <a:pt x="3790455" y="2676068"/>
                    <a:pt x="3777663" y="2698899"/>
                  </a:cubicBezTo>
                  <a:cubicBezTo>
                    <a:pt x="3767071" y="2717797"/>
                    <a:pt x="3758727" y="2801303"/>
                    <a:pt x="3755641" y="2826487"/>
                  </a:cubicBezTo>
                  <a:cubicBezTo>
                    <a:pt x="3774100" y="2821257"/>
                    <a:pt x="3834155" y="2807294"/>
                    <a:pt x="3844195" y="2792463"/>
                  </a:cubicBezTo>
                  <a:cubicBezTo>
                    <a:pt x="3853424" y="2778843"/>
                    <a:pt x="3878170" y="2666676"/>
                    <a:pt x="3884533" y="2641987"/>
                  </a:cubicBezTo>
                  <a:close/>
                  <a:moveTo>
                    <a:pt x="3689490" y="2854909"/>
                  </a:moveTo>
                  <a:cubicBezTo>
                    <a:pt x="3700129" y="2851261"/>
                    <a:pt x="3713807" y="2849232"/>
                    <a:pt x="3722656" y="2841812"/>
                  </a:cubicBezTo>
                  <a:cubicBezTo>
                    <a:pt x="3736562" y="2830154"/>
                    <a:pt x="3743392" y="2740390"/>
                    <a:pt x="3748792" y="2717873"/>
                  </a:cubicBezTo>
                  <a:cubicBezTo>
                    <a:pt x="3733390" y="2720721"/>
                    <a:pt x="3719265" y="2719273"/>
                    <a:pt x="3705215" y="2730884"/>
                  </a:cubicBezTo>
                  <a:cubicBezTo>
                    <a:pt x="3690757" y="2742838"/>
                    <a:pt x="3689271" y="2833049"/>
                    <a:pt x="3689490" y="2854909"/>
                  </a:cubicBezTo>
                  <a:close/>
                  <a:moveTo>
                    <a:pt x="3486626" y="2872950"/>
                  </a:moveTo>
                  <a:cubicBezTo>
                    <a:pt x="3501761" y="2877160"/>
                    <a:pt x="3516801" y="2882522"/>
                    <a:pt x="3532823" y="2883970"/>
                  </a:cubicBezTo>
                  <a:cubicBezTo>
                    <a:pt x="3554740" y="2885961"/>
                    <a:pt x="3645979" y="2877436"/>
                    <a:pt x="3659362" y="2860615"/>
                  </a:cubicBezTo>
                  <a:cubicBezTo>
                    <a:pt x="3671583" y="2845251"/>
                    <a:pt x="3671792" y="2776861"/>
                    <a:pt x="3673373" y="2754106"/>
                  </a:cubicBezTo>
                  <a:cubicBezTo>
                    <a:pt x="3629492" y="2761107"/>
                    <a:pt x="3703844" y="2742219"/>
                    <a:pt x="3658172" y="2753287"/>
                  </a:cubicBezTo>
                  <a:cubicBezTo>
                    <a:pt x="3610213" y="2764898"/>
                    <a:pt x="3521697" y="2837507"/>
                    <a:pt x="3486626" y="2872950"/>
                  </a:cubicBezTo>
                  <a:close/>
                  <a:moveTo>
                    <a:pt x="5040078" y="2917793"/>
                  </a:moveTo>
                  <a:cubicBezTo>
                    <a:pt x="5015208" y="2996670"/>
                    <a:pt x="5035096" y="3094082"/>
                    <a:pt x="4997101" y="3169015"/>
                  </a:cubicBezTo>
                  <a:cubicBezTo>
                    <a:pt x="4986166" y="3115104"/>
                    <a:pt x="4989633" y="3057706"/>
                    <a:pt x="4978289" y="3002794"/>
                  </a:cubicBezTo>
                  <a:cubicBezTo>
                    <a:pt x="4954410" y="3080442"/>
                    <a:pt x="4948323" y="3201629"/>
                    <a:pt x="4962420" y="3281953"/>
                  </a:cubicBezTo>
                  <a:cubicBezTo>
                    <a:pt x="4967354" y="3310109"/>
                    <a:pt x="4970431" y="3340294"/>
                    <a:pt x="4978975" y="3367564"/>
                  </a:cubicBezTo>
                  <a:cubicBezTo>
                    <a:pt x="4980242" y="3371593"/>
                    <a:pt x="4994843" y="3396129"/>
                    <a:pt x="4992986" y="3398549"/>
                  </a:cubicBezTo>
                  <a:cubicBezTo>
                    <a:pt x="4991376" y="3400635"/>
                    <a:pt x="4980737" y="3401339"/>
                    <a:pt x="4978994" y="3402368"/>
                  </a:cubicBezTo>
                  <a:cubicBezTo>
                    <a:pt x="4973222" y="3405778"/>
                    <a:pt x="4980175" y="3412455"/>
                    <a:pt x="4976317" y="3416684"/>
                  </a:cubicBezTo>
                  <a:cubicBezTo>
                    <a:pt x="4966316" y="3427638"/>
                    <a:pt x="4957953" y="3404111"/>
                    <a:pt x="4949762" y="3405007"/>
                  </a:cubicBezTo>
                  <a:cubicBezTo>
                    <a:pt x="4944208" y="3405607"/>
                    <a:pt x="4946199" y="3414522"/>
                    <a:pt x="4940360" y="3414989"/>
                  </a:cubicBezTo>
                  <a:cubicBezTo>
                    <a:pt x="4937808" y="3415189"/>
                    <a:pt x="4935836" y="3411122"/>
                    <a:pt x="4933379" y="3411817"/>
                  </a:cubicBezTo>
                  <a:cubicBezTo>
                    <a:pt x="4902460" y="3350343"/>
                    <a:pt x="4877514" y="3279848"/>
                    <a:pt x="4869761" y="3210944"/>
                  </a:cubicBezTo>
                  <a:cubicBezTo>
                    <a:pt x="4865780" y="3175521"/>
                    <a:pt x="4867466" y="3139669"/>
                    <a:pt x="4863589" y="3104369"/>
                  </a:cubicBezTo>
                  <a:cubicBezTo>
                    <a:pt x="4832299" y="3167148"/>
                    <a:pt x="4804381" y="3253178"/>
                    <a:pt x="4802629" y="3324806"/>
                  </a:cubicBezTo>
                  <a:cubicBezTo>
                    <a:pt x="4802105" y="3346313"/>
                    <a:pt x="4797104" y="3383766"/>
                    <a:pt x="4814002" y="3400330"/>
                  </a:cubicBezTo>
                  <a:cubicBezTo>
                    <a:pt x="4851149" y="3436715"/>
                    <a:pt x="4938922" y="3446802"/>
                    <a:pt x="4964963" y="3494703"/>
                  </a:cubicBezTo>
                  <a:cubicBezTo>
                    <a:pt x="5000625" y="3560293"/>
                    <a:pt x="4938913" y="3447840"/>
                    <a:pt x="4965535" y="3504200"/>
                  </a:cubicBezTo>
                  <a:cubicBezTo>
                    <a:pt x="4958467" y="3506762"/>
                    <a:pt x="4953895" y="3513658"/>
                    <a:pt x="4945475" y="3511467"/>
                  </a:cubicBezTo>
                  <a:cubicBezTo>
                    <a:pt x="4930035" y="3507429"/>
                    <a:pt x="4917053" y="3487503"/>
                    <a:pt x="4903832" y="3478644"/>
                  </a:cubicBezTo>
                  <a:cubicBezTo>
                    <a:pt x="4869551" y="3455660"/>
                    <a:pt x="4800562" y="3434239"/>
                    <a:pt x="4778835" y="3401539"/>
                  </a:cubicBezTo>
                  <a:cubicBezTo>
                    <a:pt x="4765729" y="3381804"/>
                    <a:pt x="4763529" y="3347780"/>
                    <a:pt x="4755528" y="3327730"/>
                  </a:cubicBezTo>
                  <a:cubicBezTo>
                    <a:pt x="4754851" y="3335826"/>
                    <a:pt x="4752975" y="3379375"/>
                    <a:pt x="4748622" y="3380289"/>
                  </a:cubicBezTo>
                  <a:cubicBezTo>
                    <a:pt x="4742459" y="3381585"/>
                    <a:pt x="4707988" y="3368516"/>
                    <a:pt x="4700064" y="3366630"/>
                  </a:cubicBezTo>
                  <a:cubicBezTo>
                    <a:pt x="4694777" y="3365373"/>
                    <a:pt x="4688357" y="3371374"/>
                    <a:pt x="4683385" y="3372393"/>
                  </a:cubicBezTo>
                  <a:cubicBezTo>
                    <a:pt x="4664154" y="3376317"/>
                    <a:pt x="4643733" y="3369154"/>
                    <a:pt x="4624235" y="3373345"/>
                  </a:cubicBezTo>
                  <a:cubicBezTo>
                    <a:pt x="4600318" y="3378498"/>
                    <a:pt x="4600299" y="3408159"/>
                    <a:pt x="4570314" y="3393662"/>
                  </a:cubicBezTo>
                  <a:cubicBezTo>
                    <a:pt x="4528261" y="3373336"/>
                    <a:pt x="4513497" y="3326444"/>
                    <a:pt x="4489590" y="3290573"/>
                  </a:cubicBezTo>
                  <a:cubicBezTo>
                    <a:pt x="4492981" y="3329407"/>
                    <a:pt x="4496962" y="3390024"/>
                    <a:pt x="4527928" y="3418799"/>
                  </a:cubicBezTo>
                  <a:cubicBezTo>
                    <a:pt x="4537415" y="3427619"/>
                    <a:pt x="4635484" y="3435696"/>
                    <a:pt x="4657982" y="3439525"/>
                  </a:cubicBezTo>
                  <a:cubicBezTo>
                    <a:pt x="4722333" y="3450469"/>
                    <a:pt x="4839443" y="3500466"/>
                    <a:pt x="4879638" y="3552234"/>
                  </a:cubicBezTo>
                  <a:cubicBezTo>
                    <a:pt x="4917710" y="3601269"/>
                    <a:pt x="4853359" y="3519126"/>
                    <a:pt x="4882563" y="3562693"/>
                  </a:cubicBezTo>
                  <a:cubicBezTo>
                    <a:pt x="4854616" y="3549701"/>
                    <a:pt x="4829642" y="3532365"/>
                    <a:pt x="4804077" y="3514725"/>
                  </a:cubicBezTo>
                  <a:cubicBezTo>
                    <a:pt x="4856359" y="3567436"/>
                    <a:pt x="4741174" y="3463652"/>
                    <a:pt x="4808363" y="3525469"/>
                  </a:cubicBezTo>
                  <a:cubicBezTo>
                    <a:pt x="4827584" y="3543148"/>
                    <a:pt x="4906204" y="3590677"/>
                    <a:pt x="4912776" y="3616900"/>
                  </a:cubicBezTo>
                  <a:cubicBezTo>
                    <a:pt x="4915729" y="3628692"/>
                    <a:pt x="4901927" y="3624986"/>
                    <a:pt x="4902098" y="3632806"/>
                  </a:cubicBezTo>
                  <a:cubicBezTo>
                    <a:pt x="4902432" y="3648027"/>
                    <a:pt x="4928540" y="3660219"/>
                    <a:pt x="4926511" y="3693185"/>
                  </a:cubicBezTo>
                  <a:cubicBezTo>
                    <a:pt x="4891850" y="3669354"/>
                    <a:pt x="4864141" y="3632302"/>
                    <a:pt x="4826098" y="3611385"/>
                  </a:cubicBezTo>
                  <a:cubicBezTo>
                    <a:pt x="4851921" y="3690957"/>
                    <a:pt x="4885630" y="3808171"/>
                    <a:pt x="4837119" y="3886333"/>
                  </a:cubicBezTo>
                  <a:cubicBezTo>
                    <a:pt x="4809106" y="3931472"/>
                    <a:pt x="4857445" y="3851234"/>
                    <a:pt x="4828337" y="3892696"/>
                  </a:cubicBezTo>
                  <a:lnTo>
                    <a:pt x="4808258" y="3866064"/>
                  </a:lnTo>
                  <a:cubicBezTo>
                    <a:pt x="4767882" y="3827336"/>
                    <a:pt x="4740821" y="3921500"/>
                    <a:pt x="4788999" y="3926043"/>
                  </a:cubicBezTo>
                  <a:cubicBezTo>
                    <a:pt x="4797743" y="3926872"/>
                    <a:pt x="4808144" y="3921290"/>
                    <a:pt x="4816335" y="3918347"/>
                  </a:cubicBezTo>
                  <a:cubicBezTo>
                    <a:pt x="4798257" y="3978088"/>
                    <a:pt x="4837976" y="3871808"/>
                    <a:pt x="4815507" y="3933996"/>
                  </a:cubicBezTo>
                  <a:cubicBezTo>
                    <a:pt x="4807344" y="3956590"/>
                    <a:pt x="4780836" y="3981155"/>
                    <a:pt x="4761548" y="3994328"/>
                  </a:cubicBezTo>
                  <a:cubicBezTo>
                    <a:pt x="4742688" y="4007206"/>
                    <a:pt x="4714227" y="4007263"/>
                    <a:pt x="4692510" y="4012521"/>
                  </a:cubicBezTo>
                  <a:cubicBezTo>
                    <a:pt x="4647829" y="4023331"/>
                    <a:pt x="4604661" y="4044582"/>
                    <a:pt x="4556817" y="4036743"/>
                  </a:cubicBezTo>
                  <a:lnTo>
                    <a:pt x="4531509" y="4028075"/>
                  </a:lnTo>
                  <a:cubicBezTo>
                    <a:pt x="4518746" y="4025294"/>
                    <a:pt x="4494476" y="4032237"/>
                    <a:pt x="4484237" y="4025313"/>
                  </a:cubicBezTo>
                  <a:cubicBezTo>
                    <a:pt x="4482513" y="4024141"/>
                    <a:pt x="4483760" y="4020407"/>
                    <a:pt x="4481874" y="4019521"/>
                  </a:cubicBezTo>
                  <a:cubicBezTo>
                    <a:pt x="4486180" y="4015007"/>
                    <a:pt x="4484399" y="4008911"/>
                    <a:pt x="4491238" y="4005215"/>
                  </a:cubicBezTo>
                  <a:cubicBezTo>
                    <a:pt x="4497314" y="4001929"/>
                    <a:pt x="4520555" y="4004205"/>
                    <a:pt x="4520413" y="3994309"/>
                  </a:cubicBezTo>
                  <a:cubicBezTo>
                    <a:pt x="4520365" y="3991051"/>
                    <a:pt x="4452080" y="3916004"/>
                    <a:pt x="4439764" y="3892496"/>
                  </a:cubicBezTo>
                  <a:cubicBezTo>
                    <a:pt x="4397635" y="3812134"/>
                    <a:pt x="4383900" y="3729723"/>
                    <a:pt x="4396911" y="3640093"/>
                  </a:cubicBezTo>
                  <a:cubicBezTo>
                    <a:pt x="4421791" y="3654819"/>
                    <a:pt x="4387225" y="3625158"/>
                    <a:pt x="4408932" y="3642865"/>
                  </a:cubicBezTo>
                  <a:cubicBezTo>
                    <a:pt x="4429096" y="3659315"/>
                    <a:pt x="4444565" y="3680212"/>
                    <a:pt x="4474083" y="3672269"/>
                  </a:cubicBezTo>
                  <a:cubicBezTo>
                    <a:pt x="4529595" y="3657324"/>
                    <a:pt x="4525937" y="3595487"/>
                    <a:pt x="4476636" y="3575075"/>
                  </a:cubicBezTo>
                  <a:cubicBezTo>
                    <a:pt x="4462005" y="3569008"/>
                    <a:pt x="4452052" y="3574466"/>
                    <a:pt x="4438107" y="3578723"/>
                  </a:cubicBezTo>
                  <a:cubicBezTo>
                    <a:pt x="4429868" y="3581248"/>
                    <a:pt x="4421515" y="3579304"/>
                    <a:pt x="4413361" y="3582019"/>
                  </a:cubicBezTo>
                  <a:cubicBezTo>
                    <a:pt x="4374909" y="3594868"/>
                    <a:pt x="4314377" y="3655866"/>
                    <a:pt x="4290708" y="3688318"/>
                  </a:cubicBezTo>
                  <a:cubicBezTo>
                    <a:pt x="4282764" y="3699205"/>
                    <a:pt x="4280811" y="3711540"/>
                    <a:pt x="4275058" y="3723342"/>
                  </a:cubicBezTo>
                  <a:cubicBezTo>
                    <a:pt x="4268476" y="3736848"/>
                    <a:pt x="4246864" y="3757917"/>
                    <a:pt x="4250627" y="3773691"/>
                  </a:cubicBezTo>
                  <a:cubicBezTo>
                    <a:pt x="4263885" y="3829374"/>
                    <a:pt x="4325769" y="3894296"/>
                    <a:pt x="4349315" y="3946017"/>
                  </a:cubicBezTo>
                  <a:cubicBezTo>
                    <a:pt x="4304633" y="3918175"/>
                    <a:pt x="4264171" y="3880580"/>
                    <a:pt x="4226919" y="3842699"/>
                  </a:cubicBezTo>
                  <a:cubicBezTo>
                    <a:pt x="4210841" y="3826335"/>
                    <a:pt x="4186171" y="3787111"/>
                    <a:pt x="4168073" y="3776501"/>
                  </a:cubicBezTo>
                  <a:cubicBezTo>
                    <a:pt x="4134422" y="3756765"/>
                    <a:pt x="4192838" y="3793046"/>
                    <a:pt x="4156100" y="3774700"/>
                  </a:cubicBezTo>
                  <a:cubicBezTo>
                    <a:pt x="4167883" y="3900135"/>
                    <a:pt x="4204259" y="4035171"/>
                    <a:pt x="4277306" y="4138955"/>
                  </a:cubicBezTo>
                  <a:cubicBezTo>
                    <a:pt x="4305957" y="4179675"/>
                    <a:pt x="4351411" y="4204849"/>
                    <a:pt x="4378052" y="4245150"/>
                  </a:cubicBezTo>
                  <a:cubicBezTo>
                    <a:pt x="4340047" y="4229986"/>
                    <a:pt x="4301623" y="4209002"/>
                    <a:pt x="4268991" y="4183532"/>
                  </a:cubicBezTo>
                  <a:cubicBezTo>
                    <a:pt x="4244245" y="4164225"/>
                    <a:pt x="4222833" y="4141441"/>
                    <a:pt x="4194867" y="4128230"/>
                  </a:cubicBezTo>
                  <a:cubicBezTo>
                    <a:pt x="4210241" y="4170293"/>
                    <a:pt x="4222137" y="4261523"/>
                    <a:pt x="4244845" y="4293565"/>
                  </a:cubicBezTo>
                  <a:cubicBezTo>
                    <a:pt x="4265724" y="4323017"/>
                    <a:pt x="4298432" y="4349391"/>
                    <a:pt x="4329313" y="4367698"/>
                  </a:cubicBezTo>
                  <a:cubicBezTo>
                    <a:pt x="4343324" y="4375995"/>
                    <a:pt x="4360688" y="4380862"/>
                    <a:pt x="4373613" y="4390634"/>
                  </a:cubicBezTo>
                  <a:cubicBezTo>
                    <a:pt x="4404446" y="4413933"/>
                    <a:pt x="4351239" y="4375280"/>
                    <a:pt x="4379643" y="4402265"/>
                  </a:cubicBezTo>
                  <a:cubicBezTo>
                    <a:pt x="4343343" y="4403408"/>
                    <a:pt x="4305424" y="4382243"/>
                    <a:pt x="4271972" y="4367222"/>
                  </a:cubicBezTo>
                  <a:cubicBezTo>
                    <a:pt x="4277668" y="4413361"/>
                    <a:pt x="4290374" y="4453223"/>
                    <a:pt x="4304348" y="4497581"/>
                  </a:cubicBezTo>
                  <a:lnTo>
                    <a:pt x="4317930" y="4552312"/>
                  </a:lnTo>
                  <a:cubicBezTo>
                    <a:pt x="4324102" y="4570743"/>
                    <a:pt x="4334770" y="4588021"/>
                    <a:pt x="4342219" y="4606014"/>
                  </a:cubicBezTo>
                  <a:cubicBezTo>
                    <a:pt x="4419410" y="4792389"/>
                    <a:pt x="4550988" y="4907328"/>
                    <a:pt x="4717790" y="5012588"/>
                  </a:cubicBezTo>
                  <a:cubicBezTo>
                    <a:pt x="4801067" y="5065138"/>
                    <a:pt x="4884144" y="5117573"/>
                    <a:pt x="4971783" y="5162540"/>
                  </a:cubicBezTo>
                  <a:cubicBezTo>
                    <a:pt x="5039401" y="5197240"/>
                    <a:pt x="5223605" y="5303063"/>
                    <a:pt x="5291061" y="5304615"/>
                  </a:cubicBezTo>
                  <a:cubicBezTo>
                    <a:pt x="5343335" y="5305825"/>
                    <a:pt x="5400446" y="5276164"/>
                    <a:pt x="5448786" y="5258867"/>
                  </a:cubicBezTo>
                  <a:cubicBezTo>
                    <a:pt x="5573763" y="5214156"/>
                    <a:pt x="5692483" y="5154759"/>
                    <a:pt x="5813108" y="5099923"/>
                  </a:cubicBezTo>
                  <a:cubicBezTo>
                    <a:pt x="5865590" y="5076063"/>
                    <a:pt x="5920273" y="5053965"/>
                    <a:pt x="5970670" y="5025981"/>
                  </a:cubicBezTo>
                  <a:cubicBezTo>
                    <a:pt x="6075864" y="4967564"/>
                    <a:pt x="6229626" y="4858779"/>
                    <a:pt x="6282119" y="4748470"/>
                  </a:cubicBezTo>
                  <a:cubicBezTo>
                    <a:pt x="6197956" y="4811030"/>
                    <a:pt x="6095743" y="4849368"/>
                    <a:pt x="5989720" y="4833690"/>
                  </a:cubicBezTo>
                  <a:cubicBezTo>
                    <a:pt x="6021638" y="4814516"/>
                    <a:pt x="5965755" y="4836614"/>
                    <a:pt x="5997359" y="4822908"/>
                  </a:cubicBezTo>
                  <a:cubicBezTo>
                    <a:pt x="6006598" y="4818907"/>
                    <a:pt x="6019028" y="4819421"/>
                    <a:pt x="6028868" y="4817745"/>
                  </a:cubicBezTo>
                  <a:cubicBezTo>
                    <a:pt x="6054862" y="4813325"/>
                    <a:pt x="6077998" y="4801772"/>
                    <a:pt x="6099962" y="4787427"/>
                  </a:cubicBezTo>
                  <a:cubicBezTo>
                    <a:pt x="6226559" y="4704807"/>
                    <a:pt x="6372225" y="4517003"/>
                    <a:pt x="6396723" y="4367136"/>
                  </a:cubicBezTo>
                  <a:cubicBezTo>
                    <a:pt x="6350260" y="4409799"/>
                    <a:pt x="6289624" y="4462262"/>
                    <a:pt x="6224883" y="4462986"/>
                  </a:cubicBezTo>
                  <a:cubicBezTo>
                    <a:pt x="6244666" y="4433859"/>
                    <a:pt x="6311684" y="4415390"/>
                    <a:pt x="6345222" y="4378166"/>
                  </a:cubicBezTo>
                  <a:cubicBezTo>
                    <a:pt x="6425222" y="4289374"/>
                    <a:pt x="6453111" y="4158110"/>
                    <a:pt x="6466465" y="4042858"/>
                  </a:cubicBezTo>
                  <a:cubicBezTo>
                    <a:pt x="6454188" y="4047087"/>
                    <a:pt x="6435366" y="4046306"/>
                    <a:pt x="6431537" y="4047849"/>
                  </a:cubicBezTo>
                  <a:cubicBezTo>
                    <a:pt x="6414383" y="4054735"/>
                    <a:pt x="6397295" y="4072642"/>
                    <a:pt x="6382407" y="4083558"/>
                  </a:cubicBezTo>
                  <a:cubicBezTo>
                    <a:pt x="6397666" y="4048897"/>
                    <a:pt x="6366434" y="4094998"/>
                    <a:pt x="6383846" y="4066699"/>
                  </a:cubicBezTo>
                  <a:cubicBezTo>
                    <a:pt x="6389884" y="4056888"/>
                    <a:pt x="6401038" y="4048820"/>
                    <a:pt x="6408430" y="4039791"/>
                  </a:cubicBezTo>
                  <a:cubicBezTo>
                    <a:pt x="6432423" y="4010492"/>
                    <a:pt x="6469761" y="3961076"/>
                    <a:pt x="6468913" y="3921014"/>
                  </a:cubicBezTo>
                  <a:cubicBezTo>
                    <a:pt x="6468104" y="3882752"/>
                    <a:pt x="6435585" y="3835594"/>
                    <a:pt x="6416812" y="3803809"/>
                  </a:cubicBezTo>
                  <a:lnTo>
                    <a:pt x="6412506" y="3854110"/>
                  </a:lnTo>
                  <a:cubicBezTo>
                    <a:pt x="6398533" y="3932692"/>
                    <a:pt x="6351194" y="4018359"/>
                    <a:pt x="6293434" y="4071195"/>
                  </a:cubicBezTo>
                  <a:cubicBezTo>
                    <a:pt x="6228178" y="4013092"/>
                    <a:pt x="6331001" y="4024322"/>
                    <a:pt x="6294339" y="3958085"/>
                  </a:cubicBezTo>
                  <a:cubicBezTo>
                    <a:pt x="6289900" y="3959523"/>
                    <a:pt x="6284976" y="3953999"/>
                    <a:pt x="6280575" y="3955552"/>
                  </a:cubicBezTo>
                  <a:cubicBezTo>
                    <a:pt x="6268974" y="3959619"/>
                    <a:pt x="6265164" y="3976907"/>
                    <a:pt x="6255620" y="3984155"/>
                  </a:cubicBezTo>
                  <a:cubicBezTo>
                    <a:pt x="6248705" y="3989413"/>
                    <a:pt x="6240761" y="3988879"/>
                    <a:pt x="6233322" y="3992480"/>
                  </a:cubicBezTo>
                  <a:cubicBezTo>
                    <a:pt x="6243618" y="3957666"/>
                    <a:pt x="6211576" y="4021503"/>
                    <a:pt x="6231341" y="3980936"/>
                  </a:cubicBezTo>
                  <a:cubicBezTo>
                    <a:pt x="6235055" y="3973316"/>
                    <a:pt x="6248514" y="3968248"/>
                    <a:pt x="6243580" y="3957723"/>
                  </a:cubicBezTo>
                  <a:cubicBezTo>
                    <a:pt x="6233246" y="3935635"/>
                    <a:pt x="6176172" y="3939330"/>
                    <a:pt x="6157798" y="3940407"/>
                  </a:cubicBezTo>
                  <a:cubicBezTo>
                    <a:pt x="6146187" y="3941093"/>
                    <a:pt x="6139063" y="3931920"/>
                    <a:pt x="6128680" y="3928853"/>
                  </a:cubicBezTo>
                  <a:cubicBezTo>
                    <a:pt x="6119498" y="3926129"/>
                    <a:pt x="6059557" y="3942540"/>
                    <a:pt x="6051642" y="3951389"/>
                  </a:cubicBezTo>
                  <a:cubicBezTo>
                    <a:pt x="6043327" y="3960705"/>
                    <a:pt x="6053347" y="3971039"/>
                    <a:pt x="6049175" y="3981031"/>
                  </a:cubicBezTo>
                  <a:cubicBezTo>
                    <a:pt x="6048061" y="3983707"/>
                    <a:pt x="6042041" y="3981393"/>
                    <a:pt x="6041012" y="3984107"/>
                  </a:cubicBezTo>
                  <a:cubicBezTo>
                    <a:pt x="6026791" y="3965324"/>
                    <a:pt x="6016342" y="3944455"/>
                    <a:pt x="6004236" y="3924891"/>
                  </a:cubicBezTo>
                  <a:cubicBezTo>
                    <a:pt x="5995321" y="3932082"/>
                    <a:pt x="5978261" y="3941178"/>
                    <a:pt x="5974432" y="3952551"/>
                  </a:cubicBezTo>
                  <a:cubicBezTo>
                    <a:pt x="5970537" y="3964095"/>
                    <a:pt x="5976290" y="3975535"/>
                    <a:pt x="5980024" y="3986184"/>
                  </a:cubicBezTo>
                  <a:cubicBezTo>
                    <a:pt x="6002712" y="4050906"/>
                    <a:pt x="6058672" y="4085072"/>
                    <a:pt x="6126909" y="4084291"/>
                  </a:cubicBezTo>
                  <a:cubicBezTo>
                    <a:pt x="6169190" y="4083815"/>
                    <a:pt x="6191431" y="4050211"/>
                    <a:pt x="6198927" y="4050849"/>
                  </a:cubicBezTo>
                  <a:cubicBezTo>
                    <a:pt x="6208033" y="4051621"/>
                    <a:pt x="6208833" y="4061584"/>
                    <a:pt x="6216482" y="4064346"/>
                  </a:cubicBezTo>
                  <a:cubicBezTo>
                    <a:pt x="6221825" y="4066289"/>
                    <a:pt x="6226683" y="4064708"/>
                    <a:pt x="6232141" y="4064918"/>
                  </a:cubicBezTo>
                  <a:cubicBezTo>
                    <a:pt x="6251715" y="4065661"/>
                    <a:pt x="6258868" y="4085072"/>
                    <a:pt x="6268469" y="4098627"/>
                  </a:cubicBezTo>
                  <a:cubicBezTo>
                    <a:pt x="6218168" y="4114686"/>
                    <a:pt x="6313922" y="4093369"/>
                    <a:pt x="6257563" y="4106751"/>
                  </a:cubicBezTo>
                  <a:cubicBezTo>
                    <a:pt x="6244523" y="4109857"/>
                    <a:pt x="6230045" y="4107542"/>
                    <a:pt x="6216691" y="4110028"/>
                  </a:cubicBezTo>
                  <a:cubicBezTo>
                    <a:pt x="6199642" y="4113200"/>
                    <a:pt x="6181696" y="4122049"/>
                    <a:pt x="6164694" y="4123182"/>
                  </a:cubicBezTo>
                  <a:cubicBezTo>
                    <a:pt x="6152559" y="4124001"/>
                    <a:pt x="6141120" y="4113543"/>
                    <a:pt x="6129652" y="4110323"/>
                  </a:cubicBezTo>
                  <a:cubicBezTo>
                    <a:pt x="6116460" y="4106618"/>
                    <a:pt x="6102839" y="4109723"/>
                    <a:pt x="6089637" y="4105808"/>
                  </a:cubicBezTo>
                  <a:lnTo>
                    <a:pt x="6040126" y="4086035"/>
                  </a:lnTo>
                  <a:cubicBezTo>
                    <a:pt x="6007522" y="4075357"/>
                    <a:pt x="5975995" y="4069442"/>
                    <a:pt x="5945095" y="4054821"/>
                  </a:cubicBezTo>
                  <a:cubicBezTo>
                    <a:pt x="5946839" y="4051983"/>
                    <a:pt x="5953382" y="4044382"/>
                    <a:pt x="5953563" y="4041086"/>
                  </a:cubicBezTo>
                  <a:cubicBezTo>
                    <a:pt x="5953916" y="4034533"/>
                    <a:pt x="5943429" y="4025208"/>
                    <a:pt x="5940542" y="4019483"/>
                  </a:cubicBezTo>
                  <a:cubicBezTo>
                    <a:pt x="5929894" y="3998404"/>
                    <a:pt x="5922140" y="3974240"/>
                    <a:pt x="5916863" y="3951284"/>
                  </a:cubicBezTo>
                  <a:cubicBezTo>
                    <a:pt x="5903709" y="3894087"/>
                    <a:pt x="5906834" y="3782625"/>
                    <a:pt x="5942086" y="3732771"/>
                  </a:cubicBezTo>
                  <a:cubicBezTo>
                    <a:pt x="5971480" y="3691185"/>
                    <a:pt x="5921807" y="3762689"/>
                    <a:pt x="5952849" y="3725180"/>
                  </a:cubicBezTo>
                  <a:cubicBezTo>
                    <a:pt x="5982757" y="3758489"/>
                    <a:pt x="6046937" y="3786645"/>
                    <a:pt x="6062682" y="3723465"/>
                  </a:cubicBezTo>
                  <a:cubicBezTo>
                    <a:pt x="6069359" y="3696633"/>
                    <a:pt x="6030973" y="3668392"/>
                    <a:pt x="6008027" y="3666696"/>
                  </a:cubicBezTo>
                  <a:cubicBezTo>
                    <a:pt x="6000150" y="3666115"/>
                    <a:pt x="5980881" y="3678041"/>
                    <a:pt x="5975242" y="3674478"/>
                  </a:cubicBezTo>
                  <a:cubicBezTo>
                    <a:pt x="5967384" y="3669516"/>
                    <a:pt x="5978061" y="3660496"/>
                    <a:pt x="5978119" y="3654962"/>
                  </a:cubicBezTo>
                  <a:cubicBezTo>
                    <a:pt x="5978138" y="3653390"/>
                    <a:pt x="5973651" y="3657200"/>
                    <a:pt x="5973461" y="3655638"/>
                  </a:cubicBezTo>
                  <a:cubicBezTo>
                    <a:pt x="5959231" y="3662210"/>
                    <a:pt x="5944648" y="3670564"/>
                    <a:pt x="5929513" y="3674831"/>
                  </a:cubicBezTo>
                  <a:cubicBezTo>
                    <a:pt x="5901195" y="3682813"/>
                    <a:pt x="5875887" y="3682508"/>
                    <a:pt x="5849826" y="3698167"/>
                  </a:cubicBezTo>
                  <a:cubicBezTo>
                    <a:pt x="5833453" y="3708016"/>
                    <a:pt x="5750404" y="3775462"/>
                    <a:pt x="5745880" y="3776663"/>
                  </a:cubicBezTo>
                  <a:cubicBezTo>
                    <a:pt x="5743280" y="3777348"/>
                    <a:pt x="5740489" y="3774605"/>
                    <a:pt x="5737898" y="3775348"/>
                  </a:cubicBezTo>
                  <a:cubicBezTo>
                    <a:pt x="5749642" y="3746754"/>
                    <a:pt x="5772169" y="3732219"/>
                    <a:pt x="5790295" y="3707435"/>
                  </a:cubicBezTo>
                  <a:cubicBezTo>
                    <a:pt x="5797229" y="3697948"/>
                    <a:pt x="5787314" y="3690080"/>
                    <a:pt x="5796886" y="3679593"/>
                  </a:cubicBezTo>
                  <a:cubicBezTo>
                    <a:pt x="5806973" y="3668525"/>
                    <a:pt x="5822709" y="3661915"/>
                    <a:pt x="5831034" y="3649218"/>
                  </a:cubicBezTo>
                  <a:cubicBezTo>
                    <a:pt x="5842940" y="3631044"/>
                    <a:pt x="5811955" y="3613175"/>
                    <a:pt x="5851741" y="3602079"/>
                  </a:cubicBezTo>
                  <a:cubicBezTo>
                    <a:pt x="5906462" y="3586810"/>
                    <a:pt x="5957907" y="3565360"/>
                    <a:pt x="6011894" y="3547862"/>
                  </a:cubicBezTo>
                  <a:cubicBezTo>
                    <a:pt x="6029487" y="3542167"/>
                    <a:pt x="6066072" y="3539452"/>
                    <a:pt x="6079046" y="3525803"/>
                  </a:cubicBezTo>
                  <a:cubicBezTo>
                    <a:pt x="6087018" y="3517421"/>
                    <a:pt x="6080274" y="3497085"/>
                    <a:pt x="6075226" y="3488598"/>
                  </a:cubicBezTo>
                  <a:cubicBezTo>
                    <a:pt x="6065853" y="3472853"/>
                    <a:pt x="6025305" y="3482416"/>
                    <a:pt x="6010856" y="3484397"/>
                  </a:cubicBezTo>
                  <a:cubicBezTo>
                    <a:pt x="5984910" y="3487969"/>
                    <a:pt x="5952963" y="3490074"/>
                    <a:pt x="5928808" y="3500780"/>
                  </a:cubicBezTo>
                  <a:cubicBezTo>
                    <a:pt x="5920045" y="3504667"/>
                    <a:pt x="5914711" y="3515392"/>
                    <a:pt x="5904281" y="3515087"/>
                  </a:cubicBezTo>
                  <a:cubicBezTo>
                    <a:pt x="5896099" y="3514839"/>
                    <a:pt x="5889574" y="3509515"/>
                    <a:pt x="5881106" y="3510582"/>
                  </a:cubicBezTo>
                  <a:cubicBezTo>
                    <a:pt x="5865505" y="3512544"/>
                    <a:pt x="5853113" y="3527108"/>
                    <a:pt x="5837873" y="3529498"/>
                  </a:cubicBezTo>
                  <a:cubicBezTo>
                    <a:pt x="5808231" y="3534166"/>
                    <a:pt x="5860923" y="3524717"/>
                    <a:pt x="5827995" y="3526555"/>
                  </a:cubicBezTo>
                  <a:cubicBezTo>
                    <a:pt x="5840301" y="3512363"/>
                    <a:pt x="5882192" y="3485026"/>
                    <a:pt x="5883335" y="3480283"/>
                  </a:cubicBezTo>
                  <a:cubicBezTo>
                    <a:pt x="5886088" y="3468957"/>
                    <a:pt x="5860666" y="3370107"/>
                    <a:pt x="5857846" y="3347847"/>
                  </a:cubicBezTo>
                  <a:cubicBezTo>
                    <a:pt x="5852055" y="3302213"/>
                    <a:pt x="5846159" y="3257893"/>
                    <a:pt x="5845378" y="3211735"/>
                  </a:cubicBezTo>
                  <a:cubicBezTo>
                    <a:pt x="5844530" y="3161481"/>
                    <a:pt x="5848093" y="3111056"/>
                    <a:pt x="5844807" y="3061049"/>
                  </a:cubicBezTo>
                  <a:cubicBezTo>
                    <a:pt x="5832100" y="3092844"/>
                    <a:pt x="5828548" y="3126238"/>
                    <a:pt x="5824518" y="3161662"/>
                  </a:cubicBezTo>
                  <a:cubicBezTo>
                    <a:pt x="5819985" y="3128162"/>
                    <a:pt x="5825147" y="3094796"/>
                    <a:pt x="5826576" y="3061583"/>
                  </a:cubicBezTo>
                  <a:cubicBezTo>
                    <a:pt x="5823918" y="3064745"/>
                    <a:pt x="5818442" y="3064478"/>
                    <a:pt x="5815746" y="3067612"/>
                  </a:cubicBezTo>
                  <a:cubicBezTo>
                    <a:pt x="5801477" y="3084252"/>
                    <a:pt x="5792295" y="3171682"/>
                    <a:pt x="5787600" y="3196600"/>
                  </a:cubicBezTo>
                  <a:cubicBezTo>
                    <a:pt x="5777760" y="3248844"/>
                    <a:pt x="5751557" y="3369221"/>
                    <a:pt x="5755643" y="3417341"/>
                  </a:cubicBezTo>
                  <a:cubicBezTo>
                    <a:pt x="5758024" y="3445307"/>
                    <a:pt x="5771559" y="3466929"/>
                    <a:pt x="5779218" y="3492722"/>
                  </a:cubicBezTo>
                  <a:cubicBezTo>
                    <a:pt x="5799287" y="3560378"/>
                    <a:pt x="5765044" y="3448469"/>
                    <a:pt x="5778675" y="3506572"/>
                  </a:cubicBezTo>
                  <a:lnTo>
                    <a:pt x="5758729" y="3491227"/>
                  </a:lnTo>
                  <a:cubicBezTo>
                    <a:pt x="5754110" y="3488522"/>
                    <a:pt x="5692492" y="3485607"/>
                    <a:pt x="5687482" y="3486436"/>
                  </a:cubicBezTo>
                  <a:cubicBezTo>
                    <a:pt x="5679196" y="3487807"/>
                    <a:pt x="5672528" y="3496275"/>
                    <a:pt x="5663660" y="3494056"/>
                  </a:cubicBezTo>
                  <a:cubicBezTo>
                    <a:pt x="5642324" y="3488693"/>
                    <a:pt x="5595985" y="3383823"/>
                    <a:pt x="5582783" y="3361811"/>
                  </a:cubicBezTo>
                  <a:cubicBezTo>
                    <a:pt x="5586393" y="3404787"/>
                    <a:pt x="5612063" y="3444621"/>
                    <a:pt x="5611673" y="3486845"/>
                  </a:cubicBezTo>
                  <a:cubicBezTo>
                    <a:pt x="5589965" y="3474015"/>
                    <a:pt x="5570639" y="3455708"/>
                    <a:pt x="5548265" y="3441602"/>
                  </a:cubicBezTo>
                  <a:cubicBezTo>
                    <a:pt x="5507574" y="3415941"/>
                    <a:pt x="5446814" y="3405445"/>
                    <a:pt x="5399075" y="3408388"/>
                  </a:cubicBezTo>
                  <a:cubicBezTo>
                    <a:pt x="5379891" y="3409569"/>
                    <a:pt x="5368128" y="3424552"/>
                    <a:pt x="5350364" y="3427638"/>
                  </a:cubicBezTo>
                  <a:cubicBezTo>
                    <a:pt x="5339810" y="3429476"/>
                    <a:pt x="5330095" y="3421980"/>
                    <a:pt x="5319751" y="3425390"/>
                  </a:cubicBezTo>
                  <a:cubicBezTo>
                    <a:pt x="5308463" y="3429105"/>
                    <a:pt x="5302072" y="3442097"/>
                    <a:pt x="5288471" y="3436830"/>
                  </a:cubicBezTo>
                  <a:cubicBezTo>
                    <a:pt x="5279908" y="3433515"/>
                    <a:pt x="5271973" y="3422837"/>
                    <a:pt x="5265458" y="3416570"/>
                  </a:cubicBezTo>
                  <a:cubicBezTo>
                    <a:pt x="5192335" y="3346190"/>
                    <a:pt x="5198840" y="3243158"/>
                    <a:pt x="5165627" y="3156090"/>
                  </a:cubicBezTo>
                  <a:cubicBezTo>
                    <a:pt x="5165436" y="3207553"/>
                    <a:pt x="5174637" y="3326787"/>
                    <a:pt x="5191030" y="3373279"/>
                  </a:cubicBezTo>
                  <a:cubicBezTo>
                    <a:pt x="5203117" y="3407569"/>
                    <a:pt x="5223701" y="3438954"/>
                    <a:pt x="5239331" y="3471615"/>
                  </a:cubicBezTo>
                  <a:cubicBezTo>
                    <a:pt x="5226453" y="3462423"/>
                    <a:pt x="5148158" y="3405930"/>
                    <a:pt x="5142157" y="3396672"/>
                  </a:cubicBezTo>
                  <a:cubicBezTo>
                    <a:pt x="5099771" y="3331235"/>
                    <a:pt x="5063004" y="3091939"/>
                    <a:pt x="5051279" y="3008071"/>
                  </a:cubicBezTo>
                  <a:cubicBezTo>
                    <a:pt x="5047536" y="2981268"/>
                    <a:pt x="5053584" y="2950740"/>
                    <a:pt x="5046231" y="2924766"/>
                  </a:cubicBezTo>
                  <a:cubicBezTo>
                    <a:pt x="5045383" y="2921784"/>
                    <a:pt x="5041097" y="2920717"/>
                    <a:pt x="5040078" y="2917793"/>
                  </a:cubicBezTo>
                  <a:close/>
                  <a:moveTo>
                    <a:pt x="4203468" y="2926604"/>
                  </a:moveTo>
                  <a:cubicBezTo>
                    <a:pt x="4200182" y="2961323"/>
                    <a:pt x="4200096" y="2993888"/>
                    <a:pt x="4204821" y="3028359"/>
                  </a:cubicBezTo>
                  <a:cubicBezTo>
                    <a:pt x="4208478" y="2994022"/>
                    <a:pt x="4210545" y="2958960"/>
                    <a:pt x="4203468" y="2926604"/>
                  </a:cubicBezTo>
                  <a:close/>
                  <a:moveTo>
                    <a:pt x="2667362" y="4765967"/>
                  </a:moveTo>
                  <a:cubicBezTo>
                    <a:pt x="2649874" y="4818021"/>
                    <a:pt x="2601678" y="4934512"/>
                    <a:pt x="2528354" y="4904918"/>
                  </a:cubicBezTo>
                  <a:cubicBezTo>
                    <a:pt x="2476976" y="4884191"/>
                    <a:pt x="2462346" y="4692548"/>
                    <a:pt x="2437952" y="4667460"/>
                  </a:cubicBezTo>
                  <a:cubicBezTo>
                    <a:pt x="2414588" y="4643438"/>
                    <a:pt x="2379555" y="4631179"/>
                    <a:pt x="2354313" y="4608671"/>
                  </a:cubicBezTo>
                  <a:cubicBezTo>
                    <a:pt x="2329405" y="4586459"/>
                    <a:pt x="2308460" y="4560218"/>
                    <a:pt x="2283990" y="4537510"/>
                  </a:cubicBezTo>
                  <a:cubicBezTo>
                    <a:pt x="2236165" y="4493133"/>
                    <a:pt x="2185406" y="4452090"/>
                    <a:pt x="2136743" y="4408722"/>
                  </a:cubicBezTo>
                  <a:cubicBezTo>
                    <a:pt x="2059953" y="4340295"/>
                    <a:pt x="1995926" y="4258761"/>
                    <a:pt x="1921459" y="4189562"/>
                  </a:cubicBezTo>
                  <a:cubicBezTo>
                    <a:pt x="1846136" y="4276487"/>
                    <a:pt x="1789233" y="4399369"/>
                    <a:pt x="1692697" y="4465053"/>
                  </a:cubicBezTo>
                  <a:cubicBezTo>
                    <a:pt x="1608353" y="4522441"/>
                    <a:pt x="1540278" y="4467320"/>
                    <a:pt x="1550527" y="4372099"/>
                  </a:cubicBezTo>
                  <a:cubicBezTo>
                    <a:pt x="1559728" y="4286669"/>
                    <a:pt x="1680000" y="4136631"/>
                    <a:pt x="1743999" y="4078157"/>
                  </a:cubicBezTo>
                  <a:cubicBezTo>
                    <a:pt x="1763763" y="4060098"/>
                    <a:pt x="1830172" y="4013806"/>
                    <a:pt x="1840525" y="3999681"/>
                  </a:cubicBezTo>
                  <a:cubicBezTo>
                    <a:pt x="1847374" y="3990337"/>
                    <a:pt x="1822285" y="3898430"/>
                    <a:pt x="1819694" y="3879713"/>
                  </a:cubicBezTo>
                  <a:cubicBezTo>
                    <a:pt x="1802816" y="3757603"/>
                    <a:pt x="1826190" y="3634397"/>
                    <a:pt x="1777736" y="3517544"/>
                  </a:cubicBezTo>
                  <a:cubicBezTo>
                    <a:pt x="1769364" y="3497361"/>
                    <a:pt x="1700374" y="3419989"/>
                    <a:pt x="1680867" y="3419551"/>
                  </a:cubicBezTo>
                  <a:cubicBezTo>
                    <a:pt x="1653540" y="3418932"/>
                    <a:pt x="1623965" y="3446412"/>
                    <a:pt x="1603943" y="3462071"/>
                  </a:cubicBezTo>
                  <a:cubicBezTo>
                    <a:pt x="1555137" y="3500247"/>
                    <a:pt x="1479261" y="3526374"/>
                    <a:pt x="1451477" y="3585858"/>
                  </a:cubicBezTo>
                  <a:cubicBezTo>
                    <a:pt x="1423864" y="3644979"/>
                    <a:pt x="1489319" y="3751564"/>
                    <a:pt x="1500807" y="3813296"/>
                  </a:cubicBezTo>
                  <a:cubicBezTo>
                    <a:pt x="1472422" y="3789236"/>
                    <a:pt x="1508808" y="3828812"/>
                    <a:pt x="1486405" y="3806114"/>
                  </a:cubicBezTo>
                  <a:cubicBezTo>
                    <a:pt x="1463773" y="3783206"/>
                    <a:pt x="1417482" y="3656895"/>
                    <a:pt x="1415777" y="3624263"/>
                  </a:cubicBezTo>
                  <a:cubicBezTo>
                    <a:pt x="1414653" y="3602536"/>
                    <a:pt x="1419606" y="3581419"/>
                    <a:pt x="1431160" y="3562883"/>
                  </a:cubicBezTo>
                  <a:cubicBezTo>
                    <a:pt x="1460230" y="3516211"/>
                    <a:pt x="1514827" y="3491655"/>
                    <a:pt x="1557995" y="3460509"/>
                  </a:cubicBezTo>
                  <a:cubicBezTo>
                    <a:pt x="1614107" y="3420008"/>
                    <a:pt x="1647920" y="3373917"/>
                    <a:pt x="1722491" y="3398625"/>
                  </a:cubicBezTo>
                  <a:cubicBezTo>
                    <a:pt x="1709738" y="3358105"/>
                    <a:pt x="1687868" y="3318396"/>
                    <a:pt x="1683344" y="3275286"/>
                  </a:cubicBezTo>
                  <a:cubicBezTo>
                    <a:pt x="1669923" y="3147603"/>
                    <a:pt x="1749142" y="3058344"/>
                    <a:pt x="1809817" y="2956160"/>
                  </a:cubicBezTo>
                  <a:cubicBezTo>
                    <a:pt x="1525543" y="2917460"/>
                    <a:pt x="1173956" y="3005880"/>
                    <a:pt x="986647" y="3234052"/>
                  </a:cubicBezTo>
                  <a:cubicBezTo>
                    <a:pt x="881644" y="3361954"/>
                    <a:pt x="825236" y="3521002"/>
                    <a:pt x="741159" y="3661867"/>
                  </a:cubicBezTo>
                  <a:cubicBezTo>
                    <a:pt x="687095" y="3752440"/>
                    <a:pt x="636765" y="3845471"/>
                    <a:pt x="590074" y="3939997"/>
                  </a:cubicBezTo>
                  <a:cubicBezTo>
                    <a:pt x="567480" y="3985746"/>
                    <a:pt x="540725" y="4032923"/>
                    <a:pt x="526552" y="4082148"/>
                  </a:cubicBezTo>
                  <a:cubicBezTo>
                    <a:pt x="515541" y="4120363"/>
                    <a:pt x="510950" y="4159663"/>
                    <a:pt x="513178" y="4199392"/>
                  </a:cubicBezTo>
                  <a:cubicBezTo>
                    <a:pt x="517970" y="4284640"/>
                    <a:pt x="577634" y="4405198"/>
                    <a:pt x="616420" y="4482751"/>
                  </a:cubicBezTo>
                  <a:cubicBezTo>
                    <a:pt x="748217" y="4746288"/>
                    <a:pt x="941718" y="4979775"/>
                    <a:pt x="1191006" y="5140823"/>
                  </a:cubicBezTo>
                  <a:cubicBezTo>
                    <a:pt x="1228535" y="5165074"/>
                    <a:pt x="1269054" y="5184210"/>
                    <a:pt x="1308583" y="5204898"/>
                  </a:cubicBezTo>
                  <a:cubicBezTo>
                    <a:pt x="1520495" y="5315817"/>
                    <a:pt x="1734217" y="5377415"/>
                    <a:pt x="1972046" y="5400123"/>
                  </a:cubicBezTo>
                  <a:cubicBezTo>
                    <a:pt x="2046865" y="5407266"/>
                    <a:pt x="2235003" y="5413772"/>
                    <a:pt x="2301421" y="5388654"/>
                  </a:cubicBezTo>
                  <a:cubicBezTo>
                    <a:pt x="2322328" y="5380749"/>
                    <a:pt x="2401357" y="5317988"/>
                    <a:pt x="2428742" y="5300443"/>
                  </a:cubicBezTo>
                  <a:cubicBezTo>
                    <a:pt x="2484853" y="5264515"/>
                    <a:pt x="2537631" y="5223415"/>
                    <a:pt x="2591781" y="5184610"/>
                  </a:cubicBezTo>
                  <a:cubicBezTo>
                    <a:pt x="2656456" y="5138252"/>
                    <a:pt x="2728874" y="5094808"/>
                    <a:pt x="2780595" y="5033115"/>
                  </a:cubicBezTo>
                  <a:cubicBezTo>
                    <a:pt x="2793768" y="5017399"/>
                    <a:pt x="2807332" y="5000692"/>
                    <a:pt x="2815923" y="4981937"/>
                  </a:cubicBezTo>
                  <a:cubicBezTo>
                    <a:pt x="2825582" y="4960858"/>
                    <a:pt x="2850109" y="4873885"/>
                    <a:pt x="2843003" y="4853835"/>
                  </a:cubicBezTo>
                  <a:cubicBezTo>
                    <a:pt x="2838250" y="4840395"/>
                    <a:pt x="2812561" y="4834652"/>
                    <a:pt x="2800874" y="4829442"/>
                  </a:cubicBezTo>
                  <a:cubicBezTo>
                    <a:pt x="2756316" y="4809582"/>
                    <a:pt x="2711196" y="4783150"/>
                    <a:pt x="2667362" y="4765967"/>
                  </a:cubicBezTo>
                  <a:close/>
                  <a:moveTo>
                    <a:pt x="3878380" y="2977534"/>
                  </a:moveTo>
                  <a:cubicBezTo>
                    <a:pt x="3855872" y="3039637"/>
                    <a:pt x="3861245" y="3132534"/>
                    <a:pt x="3864273" y="3199124"/>
                  </a:cubicBezTo>
                  <a:cubicBezTo>
                    <a:pt x="3866350" y="3244606"/>
                    <a:pt x="3863711" y="3290411"/>
                    <a:pt x="3867664" y="3335798"/>
                  </a:cubicBezTo>
                  <a:cubicBezTo>
                    <a:pt x="3876770" y="3440478"/>
                    <a:pt x="3902012" y="3547243"/>
                    <a:pt x="3938892" y="3645408"/>
                  </a:cubicBezTo>
                  <a:cubicBezTo>
                    <a:pt x="3950027" y="3675059"/>
                    <a:pt x="3955856" y="3717055"/>
                    <a:pt x="3975983" y="3742049"/>
                  </a:cubicBezTo>
                  <a:cubicBezTo>
                    <a:pt x="4014883" y="3790340"/>
                    <a:pt x="3945626" y="3701501"/>
                    <a:pt x="3988613" y="3751669"/>
                  </a:cubicBezTo>
                  <a:cubicBezTo>
                    <a:pt x="3947789" y="3648523"/>
                    <a:pt x="3929844" y="3532156"/>
                    <a:pt x="3911765" y="3421323"/>
                  </a:cubicBezTo>
                  <a:cubicBezTo>
                    <a:pt x="3899916" y="3348619"/>
                    <a:pt x="3887048" y="3275600"/>
                    <a:pt x="3881857" y="3202019"/>
                  </a:cubicBezTo>
                  <a:cubicBezTo>
                    <a:pt x="3877256" y="3136649"/>
                    <a:pt x="3889886" y="3030255"/>
                    <a:pt x="3878380" y="2977534"/>
                  </a:cubicBezTo>
                  <a:close/>
                  <a:moveTo>
                    <a:pt x="3729904" y="3255064"/>
                  </a:moveTo>
                  <a:cubicBezTo>
                    <a:pt x="3754841" y="3198676"/>
                    <a:pt x="3769881" y="3087872"/>
                    <a:pt x="3786530" y="3022606"/>
                  </a:cubicBezTo>
                  <a:cubicBezTo>
                    <a:pt x="3746173" y="3027578"/>
                    <a:pt x="3814524" y="3011148"/>
                    <a:pt x="3772367" y="3020673"/>
                  </a:cubicBezTo>
                  <a:cubicBezTo>
                    <a:pt x="3757451" y="3024035"/>
                    <a:pt x="3724847" y="3036961"/>
                    <a:pt x="3715750" y="3049381"/>
                  </a:cubicBezTo>
                  <a:cubicBezTo>
                    <a:pt x="3705806" y="3062973"/>
                    <a:pt x="3685813" y="3224413"/>
                    <a:pt x="3691871" y="3238186"/>
                  </a:cubicBezTo>
                  <a:cubicBezTo>
                    <a:pt x="3697205" y="3250311"/>
                    <a:pt x="3718531" y="3251740"/>
                    <a:pt x="3729904" y="3255064"/>
                  </a:cubicBezTo>
                  <a:close/>
                  <a:moveTo>
                    <a:pt x="5838311" y="3019939"/>
                  </a:moveTo>
                  <a:cubicBezTo>
                    <a:pt x="5830214" y="3011853"/>
                    <a:pt x="5826462" y="3034598"/>
                    <a:pt x="5829814" y="3037961"/>
                  </a:cubicBezTo>
                  <a:cubicBezTo>
                    <a:pt x="5837911" y="3046047"/>
                    <a:pt x="5841663" y="3023302"/>
                    <a:pt x="5838311" y="3019939"/>
                  </a:cubicBezTo>
                  <a:close/>
                  <a:moveTo>
                    <a:pt x="3676650" y="3064202"/>
                  </a:moveTo>
                  <a:cubicBezTo>
                    <a:pt x="3655228" y="3096787"/>
                    <a:pt x="3683413" y="3042476"/>
                    <a:pt x="3666182" y="3073622"/>
                  </a:cubicBezTo>
                  <a:cubicBezTo>
                    <a:pt x="3657486" y="3089329"/>
                    <a:pt x="3640607" y="3201219"/>
                    <a:pt x="3640598" y="3222355"/>
                  </a:cubicBezTo>
                  <a:cubicBezTo>
                    <a:pt x="3640598" y="3231613"/>
                    <a:pt x="3646599" y="3230470"/>
                    <a:pt x="3648666" y="3236738"/>
                  </a:cubicBezTo>
                  <a:cubicBezTo>
                    <a:pt x="3654152" y="3232318"/>
                    <a:pt x="3660391" y="3239472"/>
                    <a:pt x="3664182" y="3229851"/>
                  </a:cubicBezTo>
                  <a:lnTo>
                    <a:pt x="3683022" y="3075556"/>
                  </a:lnTo>
                  <a:cubicBezTo>
                    <a:pt x="3679765" y="3045571"/>
                    <a:pt x="3683765" y="3095244"/>
                    <a:pt x="3676650" y="3064202"/>
                  </a:cubicBezTo>
                  <a:close/>
                  <a:moveTo>
                    <a:pt x="3636293" y="3078832"/>
                  </a:moveTo>
                  <a:cubicBezTo>
                    <a:pt x="3613537" y="3088034"/>
                    <a:pt x="3588134" y="3095254"/>
                    <a:pt x="3566893" y="3107798"/>
                  </a:cubicBezTo>
                  <a:cubicBezTo>
                    <a:pt x="3523564" y="3133401"/>
                    <a:pt x="3427781" y="3200686"/>
                    <a:pt x="3395577" y="3235909"/>
                  </a:cubicBezTo>
                  <a:cubicBezTo>
                    <a:pt x="3450603" y="3234642"/>
                    <a:pt x="3505210" y="3225822"/>
                    <a:pt x="3561226" y="3227318"/>
                  </a:cubicBezTo>
                  <a:cubicBezTo>
                    <a:pt x="3573685" y="3227661"/>
                    <a:pt x="3607127" y="3235738"/>
                    <a:pt x="3615757" y="3224213"/>
                  </a:cubicBezTo>
                  <a:cubicBezTo>
                    <a:pt x="3622967" y="3214583"/>
                    <a:pt x="3639112" y="3110113"/>
                    <a:pt x="3639836" y="3093291"/>
                  </a:cubicBezTo>
                  <a:cubicBezTo>
                    <a:pt x="3642284" y="3036599"/>
                    <a:pt x="3637636" y="3129486"/>
                    <a:pt x="3636293" y="3078832"/>
                  </a:cubicBezTo>
                  <a:close/>
                  <a:moveTo>
                    <a:pt x="6109402" y="3165958"/>
                  </a:moveTo>
                  <a:cubicBezTo>
                    <a:pt x="6099762" y="3237671"/>
                    <a:pt x="6096972" y="3310680"/>
                    <a:pt x="6097562" y="3383280"/>
                  </a:cubicBezTo>
                  <a:cubicBezTo>
                    <a:pt x="6097667" y="3395910"/>
                    <a:pt x="6094505" y="3446450"/>
                    <a:pt x="6102210" y="3454413"/>
                  </a:cubicBezTo>
                  <a:cubicBezTo>
                    <a:pt x="6111783" y="3464300"/>
                    <a:pt x="6166094" y="3468357"/>
                    <a:pt x="6187897" y="3482511"/>
                  </a:cubicBezTo>
                  <a:cubicBezTo>
                    <a:pt x="6163323" y="3483159"/>
                    <a:pt x="6133519" y="3475415"/>
                    <a:pt x="6109487" y="3480006"/>
                  </a:cubicBezTo>
                  <a:cubicBezTo>
                    <a:pt x="6051499" y="3491065"/>
                    <a:pt x="6154988" y="3472453"/>
                    <a:pt x="6099267" y="3485883"/>
                  </a:cubicBezTo>
                  <a:cubicBezTo>
                    <a:pt x="6102191" y="3502457"/>
                    <a:pt x="6099458" y="3524574"/>
                    <a:pt x="6122137" y="3525907"/>
                  </a:cubicBezTo>
                  <a:cubicBezTo>
                    <a:pt x="6147787" y="3527412"/>
                    <a:pt x="6173572" y="3524260"/>
                    <a:pt x="6199318" y="3526193"/>
                  </a:cubicBezTo>
                  <a:cubicBezTo>
                    <a:pt x="6253867" y="3530279"/>
                    <a:pt x="6308246" y="3552320"/>
                    <a:pt x="6357537" y="3574828"/>
                  </a:cubicBezTo>
                  <a:cubicBezTo>
                    <a:pt x="6396057" y="3592411"/>
                    <a:pt x="6424774" y="3624910"/>
                    <a:pt x="6461236" y="3644246"/>
                  </a:cubicBezTo>
                  <a:cubicBezTo>
                    <a:pt x="6495317" y="3662305"/>
                    <a:pt x="6437033" y="3630016"/>
                    <a:pt x="6474800" y="3646684"/>
                  </a:cubicBezTo>
                  <a:lnTo>
                    <a:pt x="6463113" y="3620586"/>
                  </a:lnTo>
                  <a:cubicBezTo>
                    <a:pt x="6461693" y="3615252"/>
                    <a:pt x="6477562" y="3567389"/>
                    <a:pt x="6452568" y="3547901"/>
                  </a:cubicBezTo>
                  <a:lnTo>
                    <a:pt x="6350070" y="3532232"/>
                  </a:lnTo>
                  <a:cubicBezTo>
                    <a:pt x="6342450" y="3532394"/>
                    <a:pt x="6340621" y="3543862"/>
                    <a:pt x="6331534" y="3536747"/>
                  </a:cubicBezTo>
                  <a:cubicBezTo>
                    <a:pt x="6320647" y="3528212"/>
                    <a:pt x="6312865" y="3511286"/>
                    <a:pt x="6305064" y="3499866"/>
                  </a:cubicBezTo>
                  <a:cubicBezTo>
                    <a:pt x="6297263" y="3541900"/>
                    <a:pt x="6302740" y="3458166"/>
                    <a:pt x="6298616" y="3503352"/>
                  </a:cubicBezTo>
                  <a:cubicBezTo>
                    <a:pt x="6298044" y="3509562"/>
                    <a:pt x="6307312" y="3526079"/>
                    <a:pt x="6300768" y="3530622"/>
                  </a:cubicBezTo>
                  <a:cubicBezTo>
                    <a:pt x="6289577" y="3538395"/>
                    <a:pt x="6276327" y="3502000"/>
                    <a:pt x="6273041" y="3496132"/>
                  </a:cubicBezTo>
                  <a:cubicBezTo>
                    <a:pt x="6248848" y="3452822"/>
                    <a:pt x="6221949" y="3410255"/>
                    <a:pt x="6201842" y="3364782"/>
                  </a:cubicBezTo>
                  <a:cubicBezTo>
                    <a:pt x="6198899" y="3358134"/>
                    <a:pt x="6180477" y="3315548"/>
                    <a:pt x="6175496" y="3315414"/>
                  </a:cubicBezTo>
                  <a:cubicBezTo>
                    <a:pt x="6171867" y="3315319"/>
                    <a:pt x="6169219" y="3324616"/>
                    <a:pt x="6167438" y="3326225"/>
                  </a:cubicBezTo>
                  <a:cubicBezTo>
                    <a:pt x="6148502" y="3278629"/>
                    <a:pt x="6135614" y="3205648"/>
                    <a:pt x="6109402" y="3165958"/>
                  </a:cubicBezTo>
                  <a:close/>
                  <a:moveTo>
                    <a:pt x="4203906" y="3193875"/>
                  </a:moveTo>
                  <a:cubicBezTo>
                    <a:pt x="4204802" y="3271637"/>
                    <a:pt x="4229462" y="3365744"/>
                    <a:pt x="4275611" y="3428305"/>
                  </a:cubicBezTo>
                  <a:cubicBezTo>
                    <a:pt x="4264381" y="3387557"/>
                    <a:pt x="4244988" y="3347399"/>
                    <a:pt x="4230767" y="3306756"/>
                  </a:cubicBezTo>
                  <a:cubicBezTo>
                    <a:pt x="4218022" y="3270323"/>
                    <a:pt x="4214946" y="3230108"/>
                    <a:pt x="4203906" y="3193875"/>
                  </a:cubicBezTo>
                  <a:close/>
                  <a:moveTo>
                    <a:pt x="4424763" y="3214287"/>
                  </a:moveTo>
                  <a:cubicBezTo>
                    <a:pt x="4418743" y="3245282"/>
                    <a:pt x="4390701" y="3381870"/>
                    <a:pt x="4393340" y="3403597"/>
                  </a:cubicBezTo>
                  <a:cubicBezTo>
                    <a:pt x="4393892" y="3408159"/>
                    <a:pt x="4407008" y="3422866"/>
                    <a:pt x="4409856" y="3426495"/>
                  </a:cubicBezTo>
                  <a:cubicBezTo>
                    <a:pt x="4391749" y="3435763"/>
                    <a:pt x="4362269" y="3458147"/>
                    <a:pt x="4342009" y="3444431"/>
                  </a:cubicBezTo>
                  <a:cubicBezTo>
                    <a:pt x="4337123" y="3441125"/>
                    <a:pt x="4332684" y="3435687"/>
                    <a:pt x="4326150" y="3435896"/>
                  </a:cubicBezTo>
                  <a:cubicBezTo>
                    <a:pt x="4309767" y="3436420"/>
                    <a:pt x="4304738" y="3459785"/>
                    <a:pt x="4292908" y="3466567"/>
                  </a:cubicBezTo>
                  <a:cubicBezTo>
                    <a:pt x="4277554" y="3475368"/>
                    <a:pt x="4272496" y="3454013"/>
                    <a:pt x="4265352" y="3445897"/>
                  </a:cubicBezTo>
                  <a:cubicBezTo>
                    <a:pt x="4246550" y="3424542"/>
                    <a:pt x="4277335" y="3461175"/>
                    <a:pt x="4255856" y="3442278"/>
                  </a:cubicBezTo>
                  <a:cubicBezTo>
                    <a:pt x="4248750" y="3462433"/>
                    <a:pt x="4243807" y="3479302"/>
                    <a:pt x="4244873" y="3499742"/>
                  </a:cubicBezTo>
                  <a:lnTo>
                    <a:pt x="4340342" y="3474758"/>
                  </a:lnTo>
                  <a:cubicBezTo>
                    <a:pt x="4393216" y="3458537"/>
                    <a:pt x="4440831" y="3435877"/>
                    <a:pt x="4495762" y="3425333"/>
                  </a:cubicBezTo>
                  <a:cubicBezTo>
                    <a:pt x="4480465" y="3390167"/>
                    <a:pt x="4462548" y="3354819"/>
                    <a:pt x="4450375" y="3317767"/>
                  </a:cubicBezTo>
                  <a:cubicBezTo>
                    <a:pt x="4439202" y="3283725"/>
                    <a:pt x="4436726" y="3248158"/>
                    <a:pt x="4424763" y="3214287"/>
                  </a:cubicBezTo>
                  <a:close/>
                  <a:moveTo>
                    <a:pt x="5877973" y="3228975"/>
                  </a:moveTo>
                  <a:cubicBezTo>
                    <a:pt x="5883154" y="3290145"/>
                    <a:pt x="5886850" y="3351581"/>
                    <a:pt x="5894708" y="3412598"/>
                  </a:cubicBezTo>
                  <a:cubicBezTo>
                    <a:pt x="5896337" y="3425209"/>
                    <a:pt x="5897118" y="3466690"/>
                    <a:pt x="5910605" y="3473682"/>
                  </a:cubicBezTo>
                  <a:cubicBezTo>
                    <a:pt x="5924350" y="3480816"/>
                    <a:pt x="5956049" y="3466900"/>
                    <a:pt x="5969375" y="3463452"/>
                  </a:cubicBezTo>
                  <a:cubicBezTo>
                    <a:pt x="5921578" y="3390624"/>
                    <a:pt x="5905681" y="3309433"/>
                    <a:pt x="5877973" y="3228975"/>
                  </a:cubicBezTo>
                  <a:close/>
                  <a:moveTo>
                    <a:pt x="2061629" y="3276600"/>
                  </a:moveTo>
                  <a:cubicBezTo>
                    <a:pt x="2061962" y="3274609"/>
                    <a:pt x="2065706" y="3274886"/>
                    <a:pt x="2066544" y="3273038"/>
                  </a:cubicBezTo>
                  <a:lnTo>
                    <a:pt x="2066315" y="3248635"/>
                  </a:lnTo>
                  <a:cubicBezTo>
                    <a:pt x="2054666" y="3236995"/>
                    <a:pt x="2056943" y="3269761"/>
                    <a:pt x="2057705" y="3272057"/>
                  </a:cubicBezTo>
                  <a:cubicBezTo>
                    <a:pt x="2058343" y="3273962"/>
                    <a:pt x="2061448" y="3274609"/>
                    <a:pt x="2061629" y="3276600"/>
                  </a:cubicBezTo>
                  <a:close/>
                  <a:moveTo>
                    <a:pt x="4991614" y="3400939"/>
                  </a:moveTo>
                  <a:cubicBezTo>
                    <a:pt x="4999711" y="3392853"/>
                    <a:pt x="5003463" y="3415598"/>
                    <a:pt x="5000111" y="3418961"/>
                  </a:cubicBezTo>
                  <a:cubicBezTo>
                    <a:pt x="4992014" y="3427047"/>
                    <a:pt x="4988262" y="3404302"/>
                    <a:pt x="4991614" y="3400939"/>
                  </a:cubicBezTo>
                  <a:close/>
                  <a:moveTo>
                    <a:pt x="6039926" y="3400425"/>
                  </a:moveTo>
                  <a:cubicBezTo>
                    <a:pt x="6039698" y="3409226"/>
                    <a:pt x="6035164" y="3431877"/>
                    <a:pt x="6042174" y="3438277"/>
                  </a:cubicBezTo>
                  <a:cubicBezTo>
                    <a:pt x="6043736" y="3439706"/>
                    <a:pt x="6046851" y="3439163"/>
                    <a:pt x="6047908" y="3441002"/>
                  </a:cubicBezTo>
                  <a:cubicBezTo>
                    <a:pt x="6048099" y="3441335"/>
                    <a:pt x="6048594" y="3456432"/>
                    <a:pt x="6048975" y="3456832"/>
                  </a:cubicBezTo>
                  <a:cubicBezTo>
                    <a:pt x="6050775" y="3458689"/>
                    <a:pt x="6055128" y="3455508"/>
                    <a:pt x="6056681" y="3457575"/>
                  </a:cubicBezTo>
                  <a:cubicBezTo>
                    <a:pt x="6055671" y="3449736"/>
                    <a:pt x="6052128" y="3404645"/>
                    <a:pt x="6047861" y="3401025"/>
                  </a:cubicBezTo>
                  <a:cubicBezTo>
                    <a:pt x="6045841" y="3399311"/>
                    <a:pt x="6041117" y="3402797"/>
                    <a:pt x="6039926" y="3400425"/>
                  </a:cubicBezTo>
                  <a:close/>
                  <a:moveTo>
                    <a:pt x="4324007" y="3410293"/>
                  </a:moveTo>
                  <a:cubicBezTo>
                    <a:pt x="4318987" y="3405283"/>
                    <a:pt x="4310158" y="3414112"/>
                    <a:pt x="4315168" y="3419132"/>
                  </a:cubicBezTo>
                  <a:cubicBezTo>
                    <a:pt x="4320188" y="3424142"/>
                    <a:pt x="4329017" y="3415313"/>
                    <a:pt x="4324007" y="3410293"/>
                  </a:cubicBezTo>
                  <a:close/>
                  <a:moveTo>
                    <a:pt x="3328988" y="4852959"/>
                  </a:moveTo>
                  <a:cubicBezTo>
                    <a:pt x="3345113" y="4806658"/>
                    <a:pt x="3338932" y="4752994"/>
                    <a:pt x="3346571" y="4703140"/>
                  </a:cubicBezTo>
                  <a:cubicBezTo>
                    <a:pt x="3361792" y="4603880"/>
                    <a:pt x="3383204" y="4505535"/>
                    <a:pt x="3410569" y="4408913"/>
                  </a:cubicBezTo>
                  <a:cubicBezTo>
                    <a:pt x="3489912" y="4128792"/>
                    <a:pt x="3602593" y="3856292"/>
                    <a:pt x="3639274" y="3565779"/>
                  </a:cubicBezTo>
                  <a:cubicBezTo>
                    <a:pt x="3645075" y="3519802"/>
                    <a:pt x="3654228" y="3473882"/>
                    <a:pt x="3652180" y="3427914"/>
                  </a:cubicBezTo>
                  <a:cubicBezTo>
                    <a:pt x="3640760" y="3425742"/>
                    <a:pt x="3620081" y="3418199"/>
                    <a:pt x="3610213" y="3428590"/>
                  </a:cubicBezTo>
                  <a:cubicBezTo>
                    <a:pt x="3596497" y="3443040"/>
                    <a:pt x="3592039" y="3502857"/>
                    <a:pt x="3587515" y="3523717"/>
                  </a:cubicBezTo>
                  <a:cubicBezTo>
                    <a:pt x="3570884" y="3600326"/>
                    <a:pt x="3551206" y="3676145"/>
                    <a:pt x="3531118" y="3751955"/>
                  </a:cubicBezTo>
                  <a:cubicBezTo>
                    <a:pt x="3511572" y="3825707"/>
                    <a:pt x="3489350" y="3898773"/>
                    <a:pt x="3471062" y="3972887"/>
                  </a:cubicBezTo>
                  <a:lnTo>
                    <a:pt x="3426533" y="4168331"/>
                  </a:lnTo>
                  <a:cubicBezTo>
                    <a:pt x="3370707" y="4391082"/>
                    <a:pt x="3304575" y="4621016"/>
                    <a:pt x="3328988" y="4852959"/>
                  </a:cubicBezTo>
                  <a:close/>
                  <a:moveTo>
                    <a:pt x="3696662" y="3424133"/>
                  </a:moveTo>
                  <a:cubicBezTo>
                    <a:pt x="3692433" y="3427181"/>
                    <a:pt x="3687023" y="3426038"/>
                    <a:pt x="3682984" y="3430705"/>
                  </a:cubicBezTo>
                  <a:cubicBezTo>
                    <a:pt x="3669030" y="3446840"/>
                    <a:pt x="3674964" y="3576961"/>
                    <a:pt x="3675012" y="3604870"/>
                  </a:cubicBezTo>
                  <a:cubicBezTo>
                    <a:pt x="3675288" y="3769109"/>
                    <a:pt x="3689566" y="3988241"/>
                    <a:pt x="3807323" y="4114800"/>
                  </a:cubicBezTo>
                  <a:cubicBezTo>
                    <a:pt x="3789121" y="4060631"/>
                    <a:pt x="3766766" y="4007872"/>
                    <a:pt x="3752364" y="3952056"/>
                  </a:cubicBezTo>
                  <a:cubicBezTo>
                    <a:pt x="3724504" y="3844014"/>
                    <a:pt x="3719913" y="3732809"/>
                    <a:pt x="3712578" y="3622062"/>
                  </a:cubicBezTo>
                  <a:cubicBezTo>
                    <a:pt x="3710911" y="3596964"/>
                    <a:pt x="3711902" y="3436001"/>
                    <a:pt x="3709692" y="3431172"/>
                  </a:cubicBezTo>
                  <a:cubicBezTo>
                    <a:pt x="3706520" y="3424247"/>
                    <a:pt x="3700996" y="3428028"/>
                    <a:pt x="3696662" y="3424133"/>
                  </a:cubicBezTo>
                  <a:close/>
                  <a:moveTo>
                    <a:pt x="2076612" y="3426733"/>
                  </a:moveTo>
                  <a:cubicBezTo>
                    <a:pt x="2073478" y="3440078"/>
                    <a:pt x="2067163" y="3453736"/>
                    <a:pt x="2068144" y="3467957"/>
                  </a:cubicBezTo>
                  <a:cubicBezTo>
                    <a:pt x="2068935" y="3479397"/>
                    <a:pt x="2079298" y="3476806"/>
                    <a:pt x="2084003" y="3485131"/>
                  </a:cubicBezTo>
                  <a:cubicBezTo>
                    <a:pt x="2088261" y="3492665"/>
                    <a:pt x="2071697" y="3509020"/>
                    <a:pt x="2067354" y="3514696"/>
                  </a:cubicBezTo>
                  <a:lnTo>
                    <a:pt x="2135419" y="3535766"/>
                  </a:lnTo>
                  <a:cubicBezTo>
                    <a:pt x="2121732" y="3496285"/>
                    <a:pt x="2100853" y="3460223"/>
                    <a:pt x="2076612" y="3426733"/>
                  </a:cubicBezTo>
                  <a:close/>
                  <a:moveTo>
                    <a:pt x="3394234" y="4170483"/>
                  </a:moveTo>
                  <a:cubicBezTo>
                    <a:pt x="3420332" y="4121315"/>
                    <a:pt x="3444859" y="3974373"/>
                    <a:pt x="3460871" y="3911841"/>
                  </a:cubicBezTo>
                  <a:cubicBezTo>
                    <a:pt x="3499456" y="3761203"/>
                    <a:pt x="3561979" y="3583524"/>
                    <a:pt x="3576780" y="3431257"/>
                  </a:cubicBezTo>
                  <a:cubicBezTo>
                    <a:pt x="3568732" y="3431991"/>
                    <a:pt x="3562083" y="3429895"/>
                    <a:pt x="3553682" y="3431962"/>
                  </a:cubicBezTo>
                  <a:cubicBezTo>
                    <a:pt x="3528527" y="3438144"/>
                    <a:pt x="3395577" y="3490198"/>
                    <a:pt x="3384413" y="3508305"/>
                  </a:cubicBezTo>
                  <a:cubicBezTo>
                    <a:pt x="3375670" y="3522478"/>
                    <a:pt x="3396348" y="3549472"/>
                    <a:pt x="3401739" y="3563064"/>
                  </a:cubicBezTo>
                  <a:cubicBezTo>
                    <a:pt x="3420418" y="3610137"/>
                    <a:pt x="3427000" y="3655828"/>
                    <a:pt x="3431829" y="3705987"/>
                  </a:cubicBezTo>
                  <a:cubicBezTo>
                    <a:pt x="3437687" y="3766757"/>
                    <a:pt x="3429267" y="3832203"/>
                    <a:pt x="3407064" y="3889248"/>
                  </a:cubicBezTo>
                  <a:cubicBezTo>
                    <a:pt x="3398044" y="3912432"/>
                    <a:pt x="3371555" y="3952494"/>
                    <a:pt x="3368888" y="3974211"/>
                  </a:cubicBezTo>
                  <a:cubicBezTo>
                    <a:pt x="3366573" y="3993013"/>
                    <a:pt x="3377622" y="4019226"/>
                    <a:pt x="3380137" y="4038562"/>
                  </a:cubicBezTo>
                  <a:lnTo>
                    <a:pt x="3394234" y="4170483"/>
                  </a:lnTo>
                  <a:close/>
                  <a:moveTo>
                    <a:pt x="2192588" y="3556264"/>
                  </a:moveTo>
                  <a:cubicBezTo>
                    <a:pt x="2206333" y="3574371"/>
                    <a:pt x="2223364" y="3591620"/>
                    <a:pt x="2234936" y="3612061"/>
                  </a:cubicBezTo>
                  <a:cubicBezTo>
                    <a:pt x="2247843" y="3634864"/>
                    <a:pt x="2253386" y="3669954"/>
                    <a:pt x="2272598" y="3687975"/>
                  </a:cubicBezTo>
                  <a:cubicBezTo>
                    <a:pt x="2287886" y="3702310"/>
                    <a:pt x="2309384" y="3709902"/>
                    <a:pt x="2327091" y="3720741"/>
                  </a:cubicBezTo>
                  <a:cubicBezTo>
                    <a:pt x="2365781" y="3744411"/>
                    <a:pt x="2441381" y="3794570"/>
                    <a:pt x="2456621" y="3839061"/>
                  </a:cubicBezTo>
                  <a:cubicBezTo>
                    <a:pt x="2459888" y="3848586"/>
                    <a:pt x="2455459" y="3854453"/>
                    <a:pt x="2456221" y="3863226"/>
                  </a:cubicBezTo>
                  <a:cubicBezTo>
                    <a:pt x="2425055" y="3846405"/>
                    <a:pt x="2399690" y="3810857"/>
                    <a:pt x="2370915" y="3786788"/>
                  </a:cubicBezTo>
                  <a:cubicBezTo>
                    <a:pt x="2342407" y="3762927"/>
                    <a:pt x="2310346" y="3743716"/>
                    <a:pt x="2281409" y="3720351"/>
                  </a:cubicBezTo>
                  <a:cubicBezTo>
                    <a:pt x="2286171" y="3771262"/>
                    <a:pt x="2310822" y="3825364"/>
                    <a:pt x="2305126" y="3879085"/>
                  </a:cubicBezTo>
                  <a:cubicBezTo>
                    <a:pt x="2301230" y="3915899"/>
                    <a:pt x="2270865" y="3950779"/>
                    <a:pt x="2271217" y="3987775"/>
                  </a:cubicBezTo>
                  <a:cubicBezTo>
                    <a:pt x="2271398" y="4006977"/>
                    <a:pt x="2308889" y="4067813"/>
                    <a:pt x="2291296" y="4081901"/>
                  </a:cubicBezTo>
                  <a:cubicBezTo>
                    <a:pt x="2281352" y="4089864"/>
                    <a:pt x="2277275" y="4070242"/>
                    <a:pt x="2270493" y="4068642"/>
                  </a:cubicBezTo>
                  <a:cubicBezTo>
                    <a:pt x="2266912" y="4067794"/>
                    <a:pt x="2263750" y="4073414"/>
                    <a:pt x="2260178" y="4072566"/>
                  </a:cubicBezTo>
                  <a:cubicBezTo>
                    <a:pt x="2262073" y="4079662"/>
                    <a:pt x="2256711" y="4085111"/>
                    <a:pt x="2262083" y="4092445"/>
                  </a:cubicBezTo>
                  <a:cubicBezTo>
                    <a:pt x="2275351" y="4110590"/>
                    <a:pt x="2357904" y="4134593"/>
                    <a:pt x="2381612" y="4143651"/>
                  </a:cubicBezTo>
                  <a:cubicBezTo>
                    <a:pt x="2414883" y="4156367"/>
                    <a:pt x="2449163" y="4178360"/>
                    <a:pt x="2484682" y="4183799"/>
                  </a:cubicBezTo>
                  <a:cubicBezTo>
                    <a:pt x="2495950" y="4185523"/>
                    <a:pt x="2503170" y="4173417"/>
                    <a:pt x="2515257" y="4177036"/>
                  </a:cubicBezTo>
                  <a:cubicBezTo>
                    <a:pt x="2529583" y="4181313"/>
                    <a:pt x="2699128" y="4256313"/>
                    <a:pt x="2705129" y="4261295"/>
                  </a:cubicBezTo>
                  <a:cubicBezTo>
                    <a:pt x="2749267" y="4297994"/>
                    <a:pt x="2671753" y="4235548"/>
                    <a:pt x="2713644" y="4274953"/>
                  </a:cubicBezTo>
                  <a:cubicBezTo>
                    <a:pt x="2701166" y="4274563"/>
                    <a:pt x="2679192" y="4268819"/>
                    <a:pt x="2667219" y="4271524"/>
                  </a:cubicBezTo>
                  <a:cubicBezTo>
                    <a:pt x="2655646" y="4274144"/>
                    <a:pt x="2658904" y="4284412"/>
                    <a:pt x="2643473" y="4281459"/>
                  </a:cubicBezTo>
                  <a:cubicBezTo>
                    <a:pt x="2517724" y="4257380"/>
                    <a:pt x="2412130" y="4172598"/>
                    <a:pt x="2289781" y="4137117"/>
                  </a:cubicBezTo>
                  <a:cubicBezTo>
                    <a:pt x="2402338" y="4308310"/>
                    <a:pt x="2704843" y="4455023"/>
                    <a:pt x="2891018" y="4535967"/>
                  </a:cubicBezTo>
                  <a:cubicBezTo>
                    <a:pt x="2945340" y="4559579"/>
                    <a:pt x="3077204" y="4624730"/>
                    <a:pt x="3129563" y="4628121"/>
                  </a:cubicBezTo>
                  <a:cubicBezTo>
                    <a:pt x="3185255" y="4631731"/>
                    <a:pt x="3094977" y="4625245"/>
                    <a:pt x="3141840" y="4624835"/>
                  </a:cubicBezTo>
                  <a:cubicBezTo>
                    <a:pt x="3124952" y="4589688"/>
                    <a:pt x="3108055" y="4555379"/>
                    <a:pt x="3083747" y="4524613"/>
                  </a:cubicBezTo>
                  <a:cubicBezTo>
                    <a:pt x="3053544" y="4486361"/>
                    <a:pt x="3007528" y="4451585"/>
                    <a:pt x="2990536" y="4404960"/>
                  </a:cubicBezTo>
                  <a:cubicBezTo>
                    <a:pt x="2972562" y="4355611"/>
                    <a:pt x="2987697" y="4303786"/>
                    <a:pt x="2978534" y="4253446"/>
                  </a:cubicBezTo>
                  <a:cubicBezTo>
                    <a:pt x="2973781" y="4227281"/>
                    <a:pt x="2957989" y="4201935"/>
                    <a:pt x="2945273" y="4178989"/>
                  </a:cubicBezTo>
                  <a:cubicBezTo>
                    <a:pt x="2935262" y="4160920"/>
                    <a:pt x="2926118" y="4141480"/>
                    <a:pt x="2907144" y="4131269"/>
                  </a:cubicBezTo>
                  <a:cubicBezTo>
                    <a:pt x="2873873" y="4113371"/>
                    <a:pt x="2819190" y="4132136"/>
                    <a:pt x="2784405" y="4139594"/>
                  </a:cubicBezTo>
                  <a:cubicBezTo>
                    <a:pt x="2726865" y="4151938"/>
                    <a:pt x="2637425" y="4148890"/>
                    <a:pt x="2592448" y="4108704"/>
                  </a:cubicBezTo>
                  <a:cubicBezTo>
                    <a:pt x="2652779" y="4100322"/>
                    <a:pt x="2535888" y="4107952"/>
                    <a:pt x="2605278" y="4102770"/>
                  </a:cubicBezTo>
                  <a:cubicBezTo>
                    <a:pt x="2622718" y="4101465"/>
                    <a:pt x="2640273" y="4108875"/>
                    <a:pt x="2657332" y="4111276"/>
                  </a:cubicBezTo>
                  <a:cubicBezTo>
                    <a:pt x="2679944" y="4114448"/>
                    <a:pt x="2701433" y="4114200"/>
                    <a:pt x="2723359" y="4113409"/>
                  </a:cubicBezTo>
                  <a:cubicBezTo>
                    <a:pt x="2711482" y="4091349"/>
                    <a:pt x="2691479" y="4065403"/>
                    <a:pt x="2687622" y="4040191"/>
                  </a:cubicBezTo>
                  <a:cubicBezTo>
                    <a:pt x="2681488" y="4000071"/>
                    <a:pt x="2701690" y="3954285"/>
                    <a:pt x="2704424" y="3913670"/>
                  </a:cubicBezTo>
                  <a:cubicBezTo>
                    <a:pt x="2711815" y="3804037"/>
                    <a:pt x="2665952" y="3621091"/>
                    <a:pt x="2540222" y="3592735"/>
                  </a:cubicBezTo>
                  <a:cubicBezTo>
                    <a:pt x="2467527" y="3576342"/>
                    <a:pt x="2390127" y="3607965"/>
                    <a:pt x="2317509" y="3596478"/>
                  </a:cubicBezTo>
                  <a:cubicBezTo>
                    <a:pt x="2371496" y="3559997"/>
                    <a:pt x="2272703" y="3617843"/>
                    <a:pt x="2326491" y="3585210"/>
                  </a:cubicBezTo>
                  <a:cubicBezTo>
                    <a:pt x="2354142" y="3568427"/>
                    <a:pt x="2452430" y="3558635"/>
                    <a:pt x="2485120" y="3559978"/>
                  </a:cubicBezTo>
                  <a:cubicBezTo>
                    <a:pt x="2499331" y="3560559"/>
                    <a:pt x="2557624" y="3571885"/>
                    <a:pt x="2566826" y="3567274"/>
                  </a:cubicBezTo>
                  <a:cubicBezTo>
                    <a:pt x="2567778" y="3566798"/>
                    <a:pt x="2631586" y="3441249"/>
                    <a:pt x="2538403" y="3445945"/>
                  </a:cubicBezTo>
                  <a:cubicBezTo>
                    <a:pt x="2460365" y="3449879"/>
                    <a:pt x="2380117" y="3499352"/>
                    <a:pt x="2306231" y="3524926"/>
                  </a:cubicBezTo>
                  <a:cubicBezTo>
                    <a:pt x="2269065" y="3537795"/>
                    <a:pt x="2230269" y="3545215"/>
                    <a:pt x="2192588" y="3556264"/>
                  </a:cubicBezTo>
                  <a:close/>
                  <a:moveTo>
                    <a:pt x="2614212" y="3519954"/>
                  </a:moveTo>
                  <a:cubicBezTo>
                    <a:pt x="2665600" y="3508496"/>
                    <a:pt x="2718245" y="3496018"/>
                    <a:pt x="2768965" y="3481730"/>
                  </a:cubicBezTo>
                  <a:cubicBezTo>
                    <a:pt x="2749687" y="3474444"/>
                    <a:pt x="2731237" y="3467786"/>
                    <a:pt x="2710501" y="3465767"/>
                  </a:cubicBezTo>
                  <a:cubicBezTo>
                    <a:pt x="2702443" y="3464985"/>
                    <a:pt x="2623166" y="3472024"/>
                    <a:pt x="2620499" y="3476358"/>
                  </a:cubicBezTo>
                  <a:cubicBezTo>
                    <a:pt x="2613603" y="3487560"/>
                    <a:pt x="2615613" y="3507191"/>
                    <a:pt x="2614212" y="3519954"/>
                  </a:cubicBezTo>
                  <a:close/>
                  <a:moveTo>
                    <a:pt x="3175978" y="4627636"/>
                  </a:moveTo>
                  <a:cubicBezTo>
                    <a:pt x="3326740" y="4556046"/>
                    <a:pt x="3373288" y="4301709"/>
                    <a:pt x="3363659" y="4152338"/>
                  </a:cubicBezTo>
                  <a:lnTo>
                    <a:pt x="3343246" y="3966029"/>
                  </a:lnTo>
                  <a:cubicBezTo>
                    <a:pt x="3351476" y="3934187"/>
                    <a:pt x="3377708" y="3901345"/>
                    <a:pt x="3388271" y="3867407"/>
                  </a:cubicBezTo>
                  <a:cubicBezTo>
                    <a:pt x="3417932" y="3772071"/>
                    <a:pt x="3418951" y="3594887"/>
                    <a:pt x="3346133" y="3519811"/>
                  </a:cubicBezTo>
                  <a:cubicBezTo>
                    <a:pt x="3247977" y="3579276"/>
                    <a:pt x="3215678" y="3641398"/>
                    <a:pt x="3088367" y="3618719"/>
                  </a:cubicBezTo>
                  <a:cubicBezTo>
                    <a:pt x="3045057" y="3611013"/>
                    <a:pt x="2996051" y="3599059"/>
                    <a:pt x="2956941" y="3578514"/>
                  </a:cubicBezTo>
                  <a:cubicBezTo>
                    <a:pt x="2935834" y="3567436"/>
                    <a:pt x="2920403" y="3548863"/>
                    <a:pt x="2899848" y="3537090"/>
                  </a:cubicBezTo>
                  <a:cubicBezTo>
                    <a:pt x="2835783" y="3500390"/>
                    <a:pt x="2760240" y="3510686"/>
                    <a:pt x="2692679" y="3527222"/>
                  </a:cubicBezTo>
                  <a:cubicBezTo>
                    <a:pt x="2671334" y="3532442"/>
                    <a:pt x="2642045" y="3530841"/>
                    <a:pt x="2623804" y="3543614"/>
                  </a:cubicBezTo>
                  <a:cubicBezTo>
                    <a:pt x="2612117" y="3551796"/>
                    <a:pt x="2596782" y="3569494"/>
                    <a:pt x="2602668" y="3584981"/>
                  </a:cubicBezTo>
                  <a:cubicBezTo>
                    <a:pt x="2609869" y="3603955"/>
                    <a:pt x="2648007" y="3634769"/>
                    <a:pt x="2661847" y="3653857"/>
                  </a:cubicBezTo>
                  <a:cubicBezTo>
                    <a:pt x="2697318" y="3702749"/>
                    <a:pt x="2728779" y="3775748"/>
                    <a:pt x="2733608" y="3836299"/>
                  </a:cubicBezTo>
                  <a:cubicBezTo>
                    <a:pt x="2736228" y="3869255"/>
                    <a:pt x="2737456" y="3905879"/>
                    <a:pt x="2731789" y="3938549"/>
                  </a:cubicBezTo>
                  <a:cubicBezTo>
                    <a:pt x="2726693" y="3967925"/>
                    <a:pt x="2711587" y="4002281"/>
                    <a:pt x="2714492" y="4032018"/>
                  </a:cubicBezTo>
                  <a:cubicBezTo>
                    <a:pt x="2716721" y="4054812"/>
                    <a:pt x="2743038" y="4094712"/>
                    <a:pt x="2762260" y="4106770"/>
                  </a:cubicBezTo>
                  <a:cubicBezTo>
                    <a:pt x="2785624" y="4121439"/>
                    <a:pt x="2846908" y="4097503"/>
                    <a:pt x="2875845" y="4097103"/>
                  </a:cubicBezTo>
                  <a:cubicBezTo>
                    <a:pt x="2921622" y="4096464"/>
                    <a:pt x="2943158" y="4129402"/>
                    <a:pt x="2966466" y="4163349"/>
                  </a:cubicBezTo>
                  <a:cubicBezTo>
                    <a:pt x="3000556" y="4212974"/>
                    <a:pt x="3010948" y="4258037"/>
                    <a:pt x="3009929" y="4317749"/>
                  </a:cubicBezTo>
                  <a:cubicBezTo>
                    <a:pt x="3009548" y="4339561"/>
                    <a:pt x="3007500" y="4363202"/>
                    <a:pt x="3014396" y="4384281"/>
                  </a:cubicBezTo>
                  <a:cubicBezTo>
                    <a:pt x="3032512" y="4439650"/>
                    <a:pt x="3089158" y="4474435"/>
                    <a:pt x="3123571" y="4518546"/>
                  </a:cubicBezTo>
                  <a:cubicBezTo>
                    <a:pt x="3148394" y="4550369"/>
                    <a:pt x="3156480" y="4593412"/>
                    <a:pt x="3175978" y="4627636"/>
                  </a:cubicBezTo>
                  <a:close/>
                  <a:moveTo>
                    <a:pt x="4214698" y="3628606"/>
                  </a:moveTo>
                  <a:cubicBezTo>
                    <a:pt x="4243483" y="3591173"/>
                    <a:pt x="4276411" y="3554692"/>
                    <a:pt x="4301614" y="3515306"/>
                  </a:cubicBezTo>
                  <a:cubicBezTo>
                    <a:pt x="4285650" y="3517554"/>
                    <a:pt x="4235987" y="3516716"/>
                    <a:pt x="4230586" y="3535709"/>
                  </a:cubicBezTo>
                  <a:cubicBezTo>
                    <a:pt x="4227747" y="3545700"/>
                    <a:pt x="4229748" y="3556540"/>
                    <a:pt x="4227528" y="3566703"/>
                  </a:cubicBezTo>
                  <a:cubicBezTo>
                    <a:pt x="4222737" y="3588649"/>
                    <a:pt x="4215384" y="3606432"/>
                    <a:pt x="4214698" y="3628606"/>
                  </a:cubicBezTo>
                  <a:close/>
                  <a:moveTo>
                    <a:pt x="1881626" y="3582372"/>
                  </a:moveTo>
                  <a:cubicBezTo>
                    <a:pt x="1897294" y="3625853"/>
                    <a:pt x="1911944" y="3666258"/>
                    <a:pt x="1908572" y="3713969"/>
                  </a:cubicBezTo>
                  <a:cubicBezTo>
                    <a:pt x="1882635" y="3683413"/>
                    <a:pt x="1918392" y="3739629"/>
                    <a:pt x="1897285" y="3709140"/>
                  </a:cubicBezTo>
                  <a:cubicBezTo>
                    <a:pt x="1874425" y="3676117"/>
                    <a:pt x="1881797" y="3621796"/>
                    <a:pt x="1850879" y="3591544"/>
                  </a:cubicBezTo>
                  <a:cubicBezTo>
                    <a:pt x="1848669" y="3589382"/>
                    <a:pt x="1844097" y="3591725"/>
                    <a:pt x="1841773" y="3589668"/>
                  </a:cubicBezTo>
                  <a:cubicBezTo>
                    <a:pt x="1853470" y="3685956"/>
                    <a:pt x="1858032" y="3782263"/>
                    <a:pt x="1866329" y="3879009"/>
                  </a:cubicBezTo>
                  <a:cubicBezTo>
                    <a:pt x="1867662" y="3894563"/>
                    <a:pt x="1875730" y="3973001"/>
                    <a:pt x="1886702" y="3979888"/>
                  </a:cubicBezTo>
                  <a:cubicBezTo>
                    <a:pt x="1895218" y="3985241"/>
                    <a:pt x="1937833" y="3977354"/>
                    <a:pt x="1953073" y="3980155"/>
                  </a:cubicBezTo>
                  <a:cubicBezTo>
                    <a:pt x="2010689" y="3990746"/>
                    <a:pt x="2077164" y="4002481"/>
                    <a:pt x="2130743" y="4024074"/>
                  </a:cubicBezTo>
                  <a:cubicBezTo>
                    <a:pt x="2106387" y="4029742"/>
                    <a:pt x="2081527" y="4030742"/>
                    <a:pt x="2056095" y="4032933"/>
                  </a:cubicBezTo>
                  <a:cubicBezTo>
                    <a:pt x="2101586" y="4055440"/>
                    <a:pt x="2153145" y="4054431"/>
                    <a:pt x="2200513" y="4070366"/>
                  </a:cubicBezTo>
                  <a:cubicBezTo>
                    <a:pt x="2139420" y="4096121"/>
                    <a:pt x="2056533" y="4070766"/>
                    <a:pt x="2000040" y="4037228"/>
                  </a:cubicBezTo>
                  <a:cubicBezTo>
                    <a:pt x="1987677" y="4029885"/>
                    <a:pt x="1979752" y="4018007"/>
                    <a:pt x="1967941" y="4010473"/>
                  </a:cubicBezTo>
                  <a:cubicBezTo>
                    <a:pt x="1952577" y="4000681"/>
                    <a:pt x="1899971" y="3994661"/>
                    <a:pt x="1889112" y="4014254"/>
                  </a:cubicBezTo>
                  <a:cubicBezTo>
                    <a:pt x="1878797" y="4032856"/>
                    <a:pt x="1901333" y="4075386"/>
                    <a:pt x="1908581" y="4092921"/>
                  </a:cubicBezTo>
                  <a:cubicBezTo>
                    <a:pt x="1943024" y="4176274"/>
                    <a:pt x="1984839" y="4222394"/>
                    <a:pt x="2046646" y="4286850"/>
                  </a:cubicBezTo>
                  <a:cubicBezTo>
                    <a:pt x="2115483" y="4358650"/>
                    <a:pt x="2191036" y="4419952"/>
                    <a:pt x="2264978" y="4486018"/>
                  </a:cubicBezTo>
                  <a:cubicBezTo>
                    <a:pt x="2322366" y="4537291"/>
                    <a:pt x="2375049" y="4594793"/>
                    <a:pt x="2439867" y="4636951"/>
                  </a:cubicBezTo>
                  <a:cubicBezTo>
                    <a:pt x="2508790" y="4681766"/>
                    <a:pt x="2589705" y="4700988"/>
                    <a:pt x="2664076" y="4734258"/>
                  </a:cubicBezTo>
                  <a:cubicBezTo>
                    <a:pt x="2715806" y="4757395"/>
                    <a:pt x="2762069" y="4787694"/>
                    <a:pt x="2815580" y="4807420"/>
                  </a:cubicBezTo>
                  <a:cubicBezTo>
                    <a:pt x="2791616" y="4740078"/>
                    <a:pt x="2726588" y="4712437"/>
                    <a:pt x="2662628" y="4687672"/>
                  </a:cubicBezTo>
                  <a:cubicBezTo>
                    <a:pt x="2649426" y="4682557"/>
                    <a:pt x="2630148" y="4680480"/>
                    <a:pt x="2619842" y="4670612"/>
                  </a:cubicBezTo>
                  <a:cubicBezTo>
                    <a:pt x="2596810" y="4648581"/>
                    <a:pt x="2584780" y="4611386"/>
                    <a:pt x="2553786" y="4583459"/>
                  </a:cubicBezTo>
                  <a:cubicBezTo>
                    <a:pt x="2522925" y="4555655"/>
                    <a:pt x="2463108" y="4527928"/>
                    <a:pt x="2442429" y="4493866"/>
                  </a:cubicBezTo>
                  <a:cubicBezTo>
                    <a:pt x="2422779" y="4461500"/>
                    <a:pt x="2418464" y="4419000"/>
                    <a:pt x="2407044" y="4383472"/>
                  </a:cubicBezTo>
                  <a:cubicBezTo>
                    <a:pt x="2393137" y="4340171"/>
                    <a:pt x="2372068" y="4298090"/>
                    <a:pt x="2348513" y="4259294"/>
                  </a:cubicBezTo>
                  <a:cubicBezTo>
                    <a:pt x="2316470" y="4206516"/>
                    <a:pt x="2247738" y="4167045"/>
                    <a:pt x="2224402" y="4123363"/>
                  </a:cubicBezTo>
                  <a:cubicBezTo>
                    <a:pt x="2207638" y="4091988"/>
                    <a:pt x="2239289" y="4078738"/>
                    <a:pt x="2246195" y="4052230"/>
                  </a:cubicBezTo>
                  <a:cubicBezTo>
                    <a:pt x="2251796" y="4030732"/>
                    <a:pt x="2235518" y="4015045"/>
                    <a:pt x="2235651" y="3994604"/>
                  </a:cubicBezTo>
                  <a:cubicBezTo>
                    <a:pt x="2235851" y="3966705"/>
                    <a:pt x="2257235" y="3920538"/>
                    <a:pt x="2261730" y="3888743"/>
                  </a:cubicBezTo>
                  <a:cubicBezTo>
                    <a:pt x="2269722" y="3832174"/>
                    <a:pt x="2214743" y="3658619"/>
                    <a:pt x="2181739" y="3611385"/>
                  </a:cubicBezTo>
                  <a:cubicBezTo>
                    <a:pt x="2150735" y="3567027"/>
                    <a:pt x="2106187" y="3558407"/>
                    <a:pt x="2057381" y="3547186"/>
                  </a:cubicBezTo>
                  <a:cubicBezTo>
                    <a:pt x="2045408" y="3544433"/>
                    <a:pt x="2034921" y="3537347"/>
                    <a:pt x="2022300" y="3537747"/>
                  </a:cubicBezTo>
                  <a:cubicBezTo>
                    <a:pt x="1976819" y="3539195"/>
                    <a:pt x="1921431" y="3562712"/>
                    <a:pt x="1881626" y="3582372"/>
                  </a:cubicBezTo>
                  <a:close/>
                  <a:moveTo>
                    <a:pt x="4022522" y="3555340"/>
                  </a:moveTo>
                  <a:cubicBezTo>
                    <a:pt x="4022750" y="3577714"/>
                    <a:pt x="4028513" y="3597497"/>
                    <a:pt x="4029904" y="3619224"/>
                  </a:cubicBezTo>
                  <a:cubicBezTo>
                    <a:pt x="4033914" y="3681794"/>
                    <a:pt x="4031885" y="3749488"/>
                    <a:pt x="4051554" y="3809867"/>
                  </a:cubicBezTo>
                  <a:cubicBezTo>
                    <a:pt x="4065041" y="3851234"/>
                    <a:pt x="4087787" y="3887876"/>
                    <a:pt x="4105551" y="3927262"/>
                  </a:cubicBezTo>
                  <a:cubicBezTo>
                    <a:pt x="4122210" y="3964210"/>
                    <a:pt x="4136660" y="3999700"/>
                    <a:pt x="4159529" y="4033714"/>
                  </a:cubicBezTo>
                  <a:cubicBezTo>
                    <a:pt x="4187476" y="4075271"/>
                    <a:pt x="4212488" y="4123896"/>
                    <a:pt x="4256189" y="4149100"/>
                  </a:cubicBezTo>
                  <a:cubicBezTo>
                    <a:pt x="4240835" y="4121668"/>
                    <a:pt x="4220013" y="4097541"/>
                    <a:pt x="4202906" y="4070756"/>
                  </a:cubicBezTo>
                  <a:cubicBezTo>
                    <a:pt x="4156539" y="3998166"/>
                    <a:pt x="4115638" y="3917090"/>
                    <a:pt x="4087682" y="3835622"/>
                  </a:cubicBezTo>
                  <a:cubicBezTo>
                    <a:pt x="4065756" y="3771738"/>
                    <a:pt x="4049811" y="3703939"/>
                    <a:pt x="4038200" y="3637321"/>
                  </a:cubicBezTo>
                  <a:cubicBezTo>
                    <a:pt x="4033247" y="3608908"/>
                    <a:pt x="4031190" y="3582000"/>
                    <a:pt x="4022522" y="3555340"/>
                  </a:cubicBezTo>
                  <a:close/>
                  <a:moveTo>
                    <a:pt x="6430337" y="3638550"/>
                  </a:moveTo>
                  <a:lnTo>
                    <a:pt x="6464265" y="3678374"/>
                  </a:lnTo>
                  <a:cubicBezTo>
                    <a:pt x="6471123" y="3686546"/>
                    <a:pt x="6463189" y="3681908"/>
                    <a:pt x="6468951" y="3690909"/>
                  </a:cubicBezTo>
                  <a:cubicBezTo>
                    <a:pt x="6478467" y="3705768"/>
                    <a:pt x="6468332" y="3682517"/>
                    <a:pt x="6481277" y="3695700"/>
                  </a:cubicBezTo>
                  <a:cubicBezTo>
                    <a:pt x="6480915" y="3694062"/>
                    <a:pt x="6484039" y="3693347"/>
                    <a:pt x="6484344" y="3691700"/>
                  </a:cubicBezTo>
                  <a:cubicBezTo>
                    <a:pt x="6485096" y="3687613"/>
                    <a:pt x="6480277" y="3685623"/>
                    <a:pt x="6478848" y="3682937"/>
                  </a:cubicBezTo>
                  <a:cubicBezTo>
                    <a:pt x="6476990" y="3679450"/>
                    <a:pt x="6477057" y="3673126"/>
                    <a:pt x="6474952" y="3669706"/>
                  </a:cubicBezTo>
                  <a:cubicBezTo>
                    <a:pt x="6470075" y="3661753"/>
                    <a:pt x="6439014" y="3645313"/>
                    <a:pt x="6430337" y="3638550"/>
                  </a:cubicBezTo>
                  <a:close/>
                  <a:moveTo>
                    <a:pt x="5801277" y="3639102"/>
                  </a:moveTo>
                  <a:cubicBezTo>
                    <a:pt x="5804049" y="3636331"/>
                    <a:pt x="5827071" y="3637578"/>
                    <a:pt x="5817575" y="3648770"/>
                  </a:cubicBezTo>
                  <a:cubicBezTo>
                    <a:pt x="5815965" y="3650666"/>
                    <a:pt x="5813298" y="3651294"/>
                    <a:pt x="5811088" y="3652418"/>
                  </a:cubicBezTo>
                  <a:cubicBezTo>
                    <a:pt x="5795010" y="3660619"/>
                    <a:pt x="5800163" y="3640217"/>
                    <a:pt x="5801277" y="3639102"/>
                  </a:cubicBezTo>
                  <a:close/>
                  <a:moveTo>
                    <a:pt x="3832536" y="3659981"/>
                  </a:moveTo>
                  <a:cubicBezTo>
                    <a:pt x="3832088" y="3801313"/>
                    <a:pt x="3934787" y="4043667"/>
                    <a:pt x="4021407" y="4155710"/>
                  </a:cubicBezTo>
                  <a:cubicBezTo>
                    <a:pt x="4058155" y="4203240"/>
                    <a:pt x="4103208" y="4258304"/>
                    <a:pt x="4158825" y="4282916"/>
                  </a:cubicBezTo>
                  <a:cubicBezTo>
                    <a:pt x="4112914" y="4224137"/>
                    <a:pt x="4045096" y="4184209"/>
                    <a:pt x="4022608" y="4109171"/>
                  </a:cubicBezTo>
                  <a:cubicBezTo>
                    <a:pt x="4040353" y="4121239"/>
                    <a:pt x="4055202" y="4136984"/>
                    <a:pt x="4071947" y="4150804"/>
                  </a:cubicBezTo>
                  <a:cubicBezTo>
                    <a:pt x="4070413" y="4144251"/>
                    <a:pt x="4063632" y="4126459"/>
                    <a:pt x="4069556" y="4120991"/>
                  </a:cubicBezTo>
                  <a:cubicBezTo>
                    <a:pt x="4073462" y="4117391"/>
                    <a:pt x="4089044" y="4137203"/>
                    <a:pt x="4091692" y="4139851"/>
                  </a:cubicBezTo>
                  <a:lnTo>
                    <a:pt x="4157282" y="4210383"/>
                  </a:lnTo>
                  <a:cubicBezTo>
                    <a:pt x="4150947" y="4189085"/>
                    <a:pt x="4138070" y="4170274"/>
                    <a:pt x="4127840" y="4149366"/>
                  </a:cubicBezTo>
                  <a:lnTo>
                    <a:pt x="4088606" y="4060069"/>
                  </a:lnTo>
                  <a:cubicBezTo>
                    <a:pt x="4075938" y="4034190"/>
                    <a:pt x="4052021" y="3936054"/>
                    <a:pt x="4031523" y="3922652"/>
                  </a:cubicBezTo>
                  <a:cubicBezTo>
                    <a:pt x="4027694" y="3920147"/>
                    <a:pt x="4026446" y="3924195"/>
                    <a:pt x="4023484" y="3920176"/>
                  </a:cubicBezTo>
                  <a:cubicBezTo>
                    <a:pt x="4020236" y="3915775"/>
                    <a:pt x="4014540" y="3900764"/>
                    <a:pt x="4018388" y="3896058"/>
                  </a:cubicBezTo>
                  <a:cubicBezTo>
                    <a:pt x="4019845" y="3894277"/>
                    <a:pt x="4025589" y="3891048"/>
                    <a:pt x="4023293" y="3891201"/>
                  </a:cubicBezTo>
                  <a:cubicBezTo>
                    <a:pt x="4021617" y="3891324"/>
                    <a:pt x="4015730" y="3894706"/>
                    <a:pt x="4013444" y="3891867"/>
                  </a:cubicBezTo>
                  <a:lnTo>
                    <a:pt x="3996299" y="3836899"/>
                  </a:lnTo>
                  <a:cubicBezTo>
                    <a:pt x="3996328" y="3830717"/>
                    <a:pt x="3999424" y="3824592"/>
                    <a:pt x="3996738" y="3818382"/>
                  </a:cubicBezTo>
                  <a:cubicBezTo>
                    <a:pt x="3993061" y="3809876"/>
                    <a:pt x="3979755" y="3821506"/>
                    <a:pt x="3972439" y="3818954"/>
                  </a:cubicBezTo>
                  <a:cubicBezTo>
                    <a:pt x="3964248" y="3816096"/>
                    <a:pt x="3953866" y="3804085"/>
                    <a:pt x="3947017" y="3798665"/>
                  </a:cubicBezTo>
                  <a:cubicBezTo>
                    <a:pt x="3957942" y="3838870"/>
                    <a:pt x="3975430" y="3878704"/>
                    <a:pt x="3995680" y="3915270"/>
                  </a:cubicBezTo>
                  <a:cubicBezTo>
                    <a:pt x="4018874" y="3957152"/>
                    <a:pt x="4088492" y="4043972"/>
                    <a:pt x="4085625" y="4091549"/>
                  </a:cubicBezTo>
                  <a:cubicBezTo>
                    <a:pt x="4085425" y="4094931"/>
                    <a:pt x="4080824" y="4096988"/>
                    <a:pt x="4080577" y="4100370"/>
                  </a:cubicBezTo>
                  <a:cubicBezTo>
                    <a:pt x="4052792" y="4061393"/>
                    <a:pt x="4034981" y="4015635"/>
                    <a:pt x="4008139" y="3975478"/>
                  </a:cubicBezTo>
                  <a:cubicBezTo>
                    <a:pt x="3987641" y="3944798"/>
                    <a:pt x="3963581" y="3929777"/>
                    <a:pt x="3944693" y="3894001"/>
                  </a:cubicBezTo>
                  <a:cubicBezTo>
                    <a:pt x="3922290" y="3851577"/>
                    <a:pt x="3909241" y="3804380"/>
                    <a:pt x="3888286" y="3761194"/>
                  </a:cubicBezTo>
                  <a:cubicBezTo>
                    <a:pt x="3891696" y="3796798"/>
                    <a:pt x="3901926" y="3832241"/>
                    <a:pt x="3903183" y="3867150"/>
                  </a:cubicBezTo>
                  <a:cubicBezTo>
                    <a:pt x="3865797" y="3806752"/>
                    <a:pt x="3852272" y="3727694"/>
                    <a:pt x="3832536" y="3659981"/>
                  </a:cubicBezTo>
                  <a:close/>
                  <a:moveTo>
                    <a:pt x="4572000" y="3657600"/>
                  </a:moveTo>
                  <a:cubicBezTo>
                    <a:pt x="4563227" y="3666906"/>
                    <a:pt x="4552702" y="3659667"/>
                    <a:pt x="4552950" y="3677812"/>
                  </a:cubicBezTo>
                  <a:cubicBezTo>
                    <a:pt x="4552988" y="3680308"/>
                    <a:pt x="4551817" y="3683432"/>
                    <a:pt x="4553502" y="3685261"/>
                  </a:cubicBezTo>
                  <a:cubicBezTo>
                    <a:pt x="4555122" y="3687023"/>
                    <a:pt x="4558227" y="3686051"/>
                    <a:pt x="4560618" y="3686146"/>
                  </a:cubicBezTo>
                  <a:cubicBezTo>
                    <a:pt x="4578086" y="3686842"/>
                    <a:pt x="4570447" y="3669287"/>
                    <a:pt x="4572000" y="3657600"/>
                  </a:cubicBezTo>
                  <a:close/>
                  <a:moveTo>
                    <a:pt x="3648075" y="3709264"/>
                  </a:moveTo>
                  <a:cubicBezTo>
                    <a:pt x="3636235" y="3734972"/>
                    <a:pt x="3633197" y="3766156"/>
                    <a:pt x="3625110" y="3795103"/>
                  </a:cubicBezTo>
                  <a:cubicBezTo>
                    <a:pt x="3608108" y="3855968"/>
                    <a:pt x="3591658" y="3916261"/>
                    <a:pt x="3578485" y="3978154"/>
                  </a:cubicBezTo>
                  <a:cubicBezTo>
                    <a:pt x="3529317" y="4209098"/>
                    <a:pt x="3492265" y="4448185"/>
                    <a:pt x="3538538" y="4683404"/>
                  </a:cubicBezTo>
                  <a:cubicBezTo>
                    <a:pt x="3553673" y="4605318"/>
                    <a:pt x="3555425" y="4524442"/>
                    <a:pt x="3572599" y="4446384"/>
                  </a:cubicBezTo>
                  <a:cubicBezTo>
                    <a:pt x="3593973" y="4349248"/>
                    <a:pt x="3626396" y="4252779"/>
                    <a:pt x="3636235" y="4153557"/>
                  </a:cubicBezTo>
                  <a:cubicBezTo>
                    <a:pt x="3642103" y="4094493"/>
                    <a:pt x="3645113" y="4034809"/>
                    <a:pt x="3645770" y="3975468"/>
                  </a:cubicBezTo>
                  <a:cubicBezTo>
                    <a:pt x="3645941" y="3959981"/>
                    <a:pt x="3642331" y="3911622"/>
                    <a:pt x="3649656" y="3899973"/>
                  </a:cubicBezTo>
                  <a:cubicBezTo>
                    <a:pt x="3663658" y="3877694"/>
                    <a:pt x="3668849" y="3916813"/>
                    <a:pt x="3670878" y="3920766"/>
                  </a:cubicBezTo>
                  <a:cubicBezTo>
                    <a:pt x="3671792" y="3922547"/>
                    <a:pt x="3672430" y="3913451"/>
                    <a:pt x="3673278" y="3915261"/>
                  </a:cubicBezTo>
                  <a:cubicBezTo>
                    <a:pt x="3668173" y="3862254"/>
                    <a:pt x="3662334" y="3752917"/>
                    <a:pt x="3648075" y="3709264"/>
                  </a:cubicBezTo>
                  <a:close/>
                  <a:moveTo>
                    <a:pt x="7824254" y="3743325"/>
                  </a:moveTo>
                  <a:cubicBezTo>
                    <a:pt x="7824587" y="3741334"/>
                    <a:pt x="7828331" y="3741611"/>
                    <a:pt x="7829169" y="3739763"/>
                  </a:cubicBezTo>
                  <a:lnTo>
                    <a:pt x="7828940" y="3715360"/>
                  </a:lnTo>
                  <a:cubicBezTo>
                    <a:pt x="7817291" y="3703720"/>
                    <a:pt x="7819568" y="3736486"/>
                    <a:pt x="7820330" y="3738782"/>
                  </a:cubicBezTo>
                  <a:cubicBezTo>
                    <a:pt x="7820968" y="3740687"/>
                    <a:pt x="7824073" y="3741334"/>
                    <a:pt x="7824254" y="3743325"/>
                  </a:cubicBezTo>
                  <a:close/>
                  <a:moveTo>
                    <a:pt x="3885857" y="3743668"/>
                  </a:moveTo>
                  <a:cubicBezTo>
                    <a:pt x="3880837" y="3738658"/>
                    <a:pt x="3872008" y="3747487"/>
                    <a:pt x="3877018" y="3752507"/>
                  </a:cubicBezTo>
                  <a:cubicBezTo>
                    <a:pt x="3882038" y="3757517"/>
                    <a:pt x="3890867" y="3748688"/>
                    <a:pt x="3885857" y="3743668"/>
                  </a:cubicBezTo>
                  <a:close/>
                  <a:moveTo>
                    <a:pt x="6096000" y="3762375"/>
                  </a:moveTo>
                  <a:cubicBezTo>
                    <a:pt x="6079769" y="3762375"/>
                    <a:pt x="6087913" y="3779787"/>
                    <a:pt x="6088675" y="3779920"/>
                  </a:cubicBezTo>
                  <a:cubicBezTo>
                    <a:pt x="6095105" y="3781025"/>
                    <a:pt x="6118622" y="3762375"/>
                    <a:pt x="6096000" y="3762375"/>
                  </a:cubicBezTo>
                  <a:close/>
                  <a:moveTo>
                    <a:pt x="4545644" y="3876980"/>
                  </a:moveTo>
                  <a:cubicBezTo>
                    <a:pt x="4538691" y="3871074"/>
                    <a:pt x="4510335" y="3842756"/>
                    <a:pt x="4503839" y="3845662"/>
                  </a:cubicBezTo>
                  <a:cubicBezTo>
                    <a:pt x="4499172" y="3847748"/>
                    <a:pt x="4496514" y="3853282"/>
                    <a:pt x="4491714" y="3855053"/>
                  </a:cubicBezTo>
                  <a:cubicBezTo>
                    <a:pt x="4491104" y="3859063"/>
                    <a:pt x="4486094" y="3861445"/>
                    <a:pt x="4485380" y="3865436"/>
                  </a:cubicBezTo>
                  <a:cubicBezTo>
                    <a:pt x="4481732" y="3885809"/>
                    <a:pt x="4502896" y="3914308"/>
                    <a:pt x="4513012" y="3930577"/>
                  </a:cubicBezTo>
                  <a:cubicBezTo>
                    <a:pt x="4569209" y="4020960"/>
                    <a:pt x="4665450" y="4012606"/>
                    <a:pt x="4746679" y="3961190"/>
                  </a:cubicBezTo>
                  <a:cubicBezTo>
                    <a:pt x="4745269" y="3960362"/>
                    <a:pt x="4748317" y="3957933"/>
                    <a:pt x="4747736" y="3956399"/>
                  </a:cubicBezTo>
                  <a:cubicBezTo>
                    <a:pt x="4745069" y="3949246"/>
                    <a:pt x="4729677" y="3958152"/>
                    <a:pt x="4728258" y="3947855"/>
                  </a:cubicBezTo>
                  <a:lnTo>
                    <a:pt x="4742945" y="3891391"/>
                  </a:lnTo>
                  <a:lnTo>
                    <a:pt x="4718895" y="3890429"/>
                  </a:lnTo>
                  <a:cubicBezTo>
                    <a:pt x="4713351" y="3887829"/>
                    <a:pt x="4713856" y="3880180"/>
                    <a:pt x="4708789" y="3876799"/>
                  </a:cubicBezTo>
                  <a:cubicBezTo>
                    <a:pt x="4703283" y="3873122"/>
                    <a:pt x="4695501" y="3874770"/>
                    <a:pt x="4691358" y="3868655"/>
                  </a:cubicBezTo>
                  <a:cubicBezTo>
                    <a:pt x="4686376" y="3861283"/>
                    <a:pt x="4691682" y="3848929"/>
                    <a:pt x="4682671" y="3843671"/>
                  </a:cubicBezTo>
                  <a:cubicBezTo>
                    <a:pt x="4671698" y="3837280"/>
                    <a:pt x="4650524" y="3844528"/>
                    <a:pt x="4637265" y="3839956"/>
                  </a:cubicBezTo>
                  <a:cubicBezTo>
                    <a:pt x="4619234" y="3833727"/>
                    <a:pt x="4614358" y="3811181"/>
                    <a:pt x="4598156" y="3805418"/>
                  </a:cubicBezTo>
                  <a:cubicBezTo>
                    <a:pt x="4590526" y="3802704"/>
                    <a:pt x="4535538" y="3828564"/>
                    <a:pt x="4533576" y="3836794"/>
                  </a:cubicBezTo>
                  <a:cubicBezTo>
                    <a:pt x="4532643" y="3840737"/>
                    <a:pt x="4544130" y="3870627"/>
                    <a:pt x="4545644" y="3876980"/>
                  </a:cubicBezTo>
                  <a:close/>
                  <a:moveTo>
                    <a:pt x="3981793" y="3819868"/>
                  </a:moveTo>
                  <a:cubicBezTo>
                    <a:pt x="3986813" y="3814858"/>
                    <a:pt x="3995642" y="3823687"/>
                    <a:pt x="3990632" y="3828707"/>
                  </a:cubicBezTo>
                  <a:cubicBezTo>
                    <a:pt x="3985612" y="3833717"/>
                    <a:pt x="3976783" y="3824888"/>
                    <a:pt x="3981793" y="3819868"/>
                  </a:cubicBezTo>
                  <a:close/>
                  <a:moveTo>
                    <a:pt x="3905764" y="3867664"/>
                  </a:moveTo>
                  <a:cubicBezTo>
                    <a:pt x="3913861" y="3859578"/>
                    <a:pt x="3917613" y="3882323"/>
                    <a:pt x="3914261" y="3885686"/>
                  </a:cubicBezTo>
                  <a:cubicBezTo>
                    <a:pt x="3906164" y="3893772"/>
                    <a:pt x="3902412" y="3871027"/>
                    <a:pt x="3905764" y="3867664"/>
                  </a:cubicBezTo>
                  <a:close/>
                  <a:moveTo>
                    <a:pt x="4038257" y="3934168"/>
                  </a:moveTo>
                  <a:cubicBezTo>
                    <a:pt x="4043267" y="3939188"/>
                    <a:pt x="4034438" y="3948017"/>
                    <a:pt x="4029418" y="3943007"/>
                  </a:cubicBezTo>
                  <a:cubicBezTo>
                    <a:pt x="4024408" y="3937987"/>
                    <a:pt x="4033237" y="3929158"/>
                    <a:pt x="4038257" y="3934168"/>
                  </a:cubicBezTo>
                  <a:close/>
                  <a:moveTo>
                    <a:pt x="4435316" y="3992556"/>
                  </a:moveTo>
                  <a:cubicBezTo>
                    <a:pt x="4424905" y="3996604"/>
                    <a:pt x="4409237" y="4010111"/>
                    <a:pt x="4398102" y="3996747"/>
                  </a:cubicBezTo>
                  <a:cubicBezTo>
                    <a:pt x="4396264" y="3994528"/>
                    <a:pt x="4394425" y="3988003"/>
                    <a:pt x="4391816" y="3985908"/>
                  </a:cubicBezTo>
                  <a:cubicBezTo>
                    <a:pt x="4388987" y="3983631"/>
                    <a:pt x="4367898" y="3985136"/>
                    <a:pt x="4364517" y="3985098"/>
                  </a:cubicBezTo>
                  <a:cubicBezTo>
                    <a:pt x="4368575" y="3975249"/>
                    <a:pt x="4366565" y="3965886"/>
                    <a:pt x="4375861" y="3957609"/>
                  </a:cubicBezTo>
                  <a:cubicBezTo>
                    <a:pt x="4393292" y="3942083"/>
                    <a:pt x="4427258" y="3979574"/>
                    <a:pt x="4435316" y="3992556"/>
                  </a:cubicBezTo>
                  <a:close/>
                  <a:moveTo>
                    <a:pt x="7840923" y="3973039"/>
                  </a:moveTo>
                  <a:cubicBezTo>
                    <a:pt x="7841351" y="3993318"/>
                    <a:pt x="7845962" y="4010177"/>
                    <a:pt x="7848105" y="4030028"/>
                  </a:cubicBezTo>
                  <a:lnTo>
                    <a:pt x="7860849" y="4182828"/>
                  </a:lnTo>
                  <a:cubicBezTo>
                    <a:pt x="7868345" y="4264809"/>
                    <a:pt x="7869393" y="4347953"/>
                    <a:pt x="7867898" y="4430239"/>
                  </a:cubicBezTo>
                  <a:cubicBezTo>
                    <a:pt x="7866631" y="4500543"/>
                    <a:pt x="7855144" y="4572095"/>
                    <a:pt x="7846562" y="4641809"/>
                  </a:cubicBezTo>
                  <a:cubicBezTo>
                    <a:pt x="7842923" y="4671317"/>
                    <a:pt x="7835456" y="4700102"/>
                    <a:pt x="7834303" y="4729172"/>
                  </a:cubicBezTo>
                  <a:cubicBezTo>
                    <a:pt x="7906950" y="4603613"/>
                    <a:pt x="7925048" y="4458062"/>
                    <a:pt x="7925124" y="4315111"/>
                  </a:cubicBezTo>
                  <a:cubicBezTo>
                    <a:pt x="7925143" y="4282164"/>
                    <a:pt x="7927324" y="4247112"/>
                    <a:pt x="7921752" y="4214527"/>
                  </a:cubicBezTo>
                  <a:cubicBezTo>
                    <a:pt x="7912141" y="4158386"/>
                    <a:pt x="7885662" y="4107542"/>
                    <a:pt x="7868822" y="4053907"/>
                  </a:cubicBezTo>
                  <a:cubicBezTo>
                    <a:pt x="7859839" y="4025265"/>
                    <a:pt x="7856553" y="3998614"/>
                    <a:pt x="7840923" y="3973039"/>
                  </a:cubicBezTo>
                  <a:close/>
                  <a:moveTo>
                    <a:pt x="6229102" y="3994795"/>
                  </a:moveTo>
                  <a:cubicBezTo>
                    <a:pt x="6237094" y="4010454"/>
                    <a:pt x="6246800" y="4031332"/>
                    <a:pt x="6218025" y="4031332"/>
                  </a:cubicBezTo>
                  <a:cubicBezTo>
                    <a:pt x="6212853" y="4031323"/>
                    <a:pt x="6208300" y="4027008"/>
                    <a:pt x="6203137" y="4026999"/>
                  </a:cubicBezTo>
                  <a:cubicBezTo>
                    <a:pt x="6213834" y="4005358"/>
                    <a:pt x="6209348" y="4010358"/>
                    <a:pt x="6229102" y="3994795"/>
                  </a:cubicBezTo>
                  <a:close/>
                  <a:moveTo>
                    <a:pt x="1853860" y="4031904"/>
                  </a:moveTo>
                  <a:cubicBezTo>
                    <a:pt x="1769793" y="4064660"/>
                    <a:pt x="1639529" y="4232167"/>
                    <a:pt x="1600057" y="4314234"/>
                  </a:cubicBezTo>
                  <a:cubicBezTo>
                    <a:pt x="1579959" y="4356040"/>
                    <a:pt x="1553166" y="4431182"/>
                    <a:pt x="1607610" y="4460024"/>
                  </a:cubicBezTo>
                  <a:cubicBezTo>
                    <a:pt x="1638529" y="4476398"/>
                    <a:pt x="1679467" y="4441879"/>
                    <a:pt x="1700708" y="4421362"/>
                  </a:cubicBezTo>
                  <a:cubicBezTo>
                    <a:pt x="1756743" y="4367251"/>
                    <a:pt x="1799596" y="4300842"/>
                    <a:pt x="1846555" y="4239225"/>
                  </a:cubicBezTo>
                  <a:cubicBezTo>
                    <a:pt x="1863900" y="4216470"/>
                    <a:pt x="1897066" y="4183209"/>
                    <a:pt x="1897513" y="4152567"/>
                  </a:cubicBezTo>
                  <a:cubicBezTo>
                    <a:pt x="1897723" y="4138165"/>
                    <a:pt x="1860975" y="4053411"/>
                    <a:pt x="1853860" y="4031904"/>
                  </a:cubicBezTo>
                  <a:close/>
                  <a:moveTo>
                    <a:pt x="6381407" y="4077043"/>
                  </a:moveTo>
                  <a:cubicBezTo>
                    <a:pt x="6386417" y="4082063"/>
                    <a:pt x="6377588" y="4090892"/>
                    <a:pt x="6372568" y="4085882"/>
                  </a:cubicBezTo>
                  <a:cubicBezTo>
                    <a:pt x="6367558" y="4080862"/>
                    <a:pt x="6376387" y="4072033"/>
                    <a:pt x="6381407" y="4077043"/>
                  </a:cubicBezTo>
                  <a:close/>
                  <a:moveTo>
                    <a:pt x="6511700" y="4080643"/>
                  </a:moveTo>
                  <a:cubicBezTo>
                    <a:pt x="6475181" y="4234663"/>
                    <a:pt x="6436566" y="4413247"/>
                    <a:pt x="6369844" y="4557646"/>
                  </a:cubicBezTo>
                  <a:cubicBezTo>
                    <a:pt x="6350946" y="4598556"/>
                    <a:pt x="6329734" y="4640532"/>
                    <a:pt x="6305417" y="4678490"/>
                  </a:cubicBezTo>
                  <a:lnTo>
                    <a:pt x="6266002" y="4734116"/>
                  </a:lnTo>
                  <a:cubicBezTo>
                    <a:pt x="6261983" y="4738935"/>
                    <a:pt x="6253363" y="4740059"/>
                    <a:pt x="6251143" y="4746755"/>
                  </a:cubicBezTo>
                  <a:cubicBezTo>
                    <a:pt x="6250457" y="4748832"/>
                    <a:pt x="6258096" y="4742145"/>
                    <a:pt x="6257163" y="4744126"/>
                  </a:cubicBezTo>
                  <a:cubicBezTo>
                    <a:pt x="6297339" y="4721924"/>
                    <a:pt x="6340307" y="4686005"/>
                    <a:pt x="6366739" y="4647571"/>
                  </a:cubicBezTo>
                  <a:cubicBezTo>
                    <a:pt x="6452578" y="4522775"/>
                    <a:pt x="6523739" y="4229319"/>
                    <a:pt x="6511700" y="4080643"/>
                  </a:cubicBezTo>
                  <a:close/>
                  <a:moveTo>
                    <a:pt x="6303464" y="4132183"/>
                  </a:moveTo>
                  <a:cubicBezTo>
                    <a:pt x="6291996" y="4133964"/>
                    <a:pt x="6254810" y="4148099"/>
                    <a:pt x="6250772" y="4127916"/>
                  </a:cubicBezTo>
                  <a:cubicBezTo>
                    <a:pt x="6247019" y="4109190"/>
                    <a:pt x="6276708" y="4105208"/>
                    <a:pt x="6287881" y="4111057"/>
                  </a:cubicBezTo>
                  <a:cubicBezTo>
                    <a:pt x="6298959" y="4116857"/>
                    <a:pt x="6297435" y="4124001"/>
                    <a:pt x="6303464" y="4132183"/>
                  </a:cubicBezTo>
                  <a:close/>
                  <a:moveTo>
                    <a:pt x="6315666" y="4096341"/>
                  </a:moveTo>
                  <a:cubicBezTo>
                    <a:pt x="6321914" y="4090102"/>
                    <a:pt x="6325133" y="4103827"/>
                    <a:pt x="6330239" y="4105075"/>
                  </a:cubicBezTo>
                  <a:cubicBezTo>
                    <a:pt x="6332458" y="4105618"/>
                    <a:pt x="6341402" y="4104189"/>
                    <a:pt x="6343155" y="4108294"/>
                  </a:cubicBezTo>
                  <a:cubicBezTo>
                    <a:pt x="6343964" y="4110180"/>
                    <a:pt x="6342307" y="4112314"/>
                    <a:pt x="6341793" y="4114305"/>
                  </a:cubicBezTo>
                  <a:cubicBezTo>
                    <a:pt x="6341202" y="4116619"/>
                    <a:pt x="6336401" y="4113705"/>
                    <a:pt x="6334716" y="4115391"/>
                  </a:cubicBezTo>
                  <a:cubicBezTo>
                    <a:pt x="6333030" y="4117076"/>
                    <a:pt x="6335173" y="4120648"/>
                    <a:pt x="6333630" y="4122468"/>
                  </a:cubicBezTo>
                  <a:cubicBezTo>
                    <a:pt x="6332201" y="4124163"/>
                    <a:pt x="6329429" y="4123982"/>
                    <a:pt x="6327219" y="4124230"/>
                  </a:cubicBezTo>
                  <a:cubicBezTo>
                    <a:pt x="6309636" y="4126154"/>
                    <a:pt x="6313399" y="4098608"/>
                    <a:pt x="6315666" y="4096341"/>
                  </a:cubicBezTo>
                  <a:close/>
                  <a:moveTo>
                    <a:pt x="3724275" y="4114800"/>
                  </a:moveTo>
                  <a:cubicBezTo>
                    <a:pt x="3717007" y="4143680"/>
                    <a:pt x="3718379" y="4090159"/>
                    <a:pt x="3716455" y="4123353"/>
                  </a:cubicBezTo>
                  <a:cubicBezTo>
                    <a:pt x="3709464" y="4243930"/>
                    <a:pt x="3623158" y="4382386"/>
                    <a:pt x="3592573" y="4504077"/>
                  </a:cubicBezTo>
                  <a:cubicBezTo>
                    <a:pt x="3571961" y="4586087"/>
                    <a:pt x="3570313" y="4669307"/>
                    <a:pt x="3558235" y="4752442"/>
                  </a:cubicBezTo>
                  <a:cubicBezTo>
                    <a:pt x="3552520" y="4791808"/>
                    <a:pt x="3566503" y="4928768"/>
                    <a:pt x="3585782" y="4962220"/>
                  </a:cubicBezTo>
                  <a:cubicBezTo>
                    <a:pt x="3615395" y="5013608"/>
                    <a:pt x="3693566" y="5071996"/>
                    <a:pt x="3748678" y="5086912"/>
                  </a:cubicBezTo>
                  <a:lnTo>
                    <a:pt x="3742353" y="4997844"/>
                  </a:lnTo>
                  <a:cubicBezTo>
                    <a:pt x="3741420" y="4969754"/>
                    <a:pt x="3744278" y="4940760"/>
                    <a:pt x="3740925" y="4912852"/>
                  </a:cubicBezTo>
                  <a:cubicBezTo>
                    <a:pt x="3732762" y="4844920"/>
                    <a:pt x="3722713" y="4778026"/>
                    <a:pt x="3718189" y="4709436"/>
                  </a:cubicBezTo>
                  <a:cubicBezTo>
                    <a:pt x="3710883" y="4598518"/>
                    <a:pt x="3713702" y="4487847"/>
                    <a:pt x="3714531" y="4376833"/>
                  </a:cubicBezTo>
                  <a:cubicBezTo>
                    <a:pt x="3714855" y="4332294"/>
                    <a:pt x="3704987" y="4274763"/>
                    <a:pt x="3708321" y="4232710"/>
                  </a:cubicBezTo>
                  <a:cubicBezTo>
                    <a:pt x="3711407" y="4193800"/>
                    <a:pt x="3718474" y="4153443"/>
                    <a:pt x="3724275" y="4114800"/>
                  </a:cubicBezTo>
                  <a:close/>
                  <a:moveTo>
                    <a:pt x="3923062" y="4188524"/>
                  </a:moveTo>
                  <a:cubicBezTo>
                    <a:pt x="3919718" y="4181827"/>
                    <a:pt x="3907041" y="4147356"/>
                    <a:pt x="3897744" y="4153367"/>
                  </a:cubicBezTo>
                  <a:cubicBezTo>
                    <a:pt x="3889610" y="4158625"/>
                    <a:pt x="3903736" y="4163235"/>
                    <a:pt x="3904907" y="4166054"/>
                  </a:cubicBezTo>
                  <a:cubicBezTo>
                    <a:pt x="3905688" y="4167911"/>
                    <a:pt x="3904736" y="4179399"/>
                    <a:pt x="3905907" y="4181237"/>
                  </a:cubicBezTo>
                  <a:cubicBezTo>
                    <a:pt x="3908784" y="4185761"/>
                    <a:pt x="3920719" y="4186571"/>
                    <a:pt x="3923062" y="4188524"/>
                  </a:cubicBezTo>
                  <a:close/>
                  <a:moveTo>
                    <a:pt x="485032" y="4182675"/>
                  </a:moveTo>
                  <a:cubicBezTo>
                    <a:pt x="466144" y="4208602"/>
                    <a:pt x="446684" y="4245473"/>
                    <a:pt x="444932" y="4280240"/>
                  </a:cubicBezTo>
                  <a:cubicBezTo>
                    <a:pt x="440369" y="4370832"/>
                    <a:pt x="543049" y="4578191"/>
                    <a:pt x="588493" y="4661973"/>
                  </a:cubicBezTo>
                  <a:cubicBezTo>
                    <a:pt x="627212" y="4733373"/>
                    <a:pt x="668179" y="4807296"/>
                    <a:pt x="718756" y="4871133"/>
                  </a:cubicBezTo>
                  <a:cubicBezTo>
                    <a:pt x="768687" y="4934169"/>
                    <a:pt x="832266" y="4987700"/>
                    <a:pt x="892902" y="5040020"/>
                  </a:cubicBezTo>
                  <a:cubicBezTo>
                    <a:pt x="1123940" y="5239388"/>
                    <a:pt x="1397146" y="5387073"/>
                    <a:pt x="1697088" y="5450405"/>
                  </a:cubicBezTo>
                  <a:cubicBezTo>
                    <a:pt x="1828124" y="5478066"/>
                    <a:pt x="1962464" y="5489981"/>
                    <a:pt x="2096367" y="5483895"/>
                  </a:cubicBezTo>
                  <a:cubicBezTo>
                    <a:pt x="2130485" y="5482342"/>
                    <a:pt x="2198132" y="5478780"/>
                    <a:pt x="2226974" y="5461140"/>
                  </a:cubicBezTo>
                  <a:cubicBezTo>
                    <a:pt x="2238613" y="5454015"/>
                    <a:pt x="2241861" y="5443214"/>
                    <a:pt x="2249119" y="5432831"/>
                  </a:cubicBezTo>
                  <a:lnTo>
                    <a:pt x="2150212" y="5437642"/>
                  </a:lnTo>
                  <a:cubicBezTo>
                    <a:pt x="2051904" y="5438956"/>
                    <a:pt x="1949863" y="5433270"/>
                    <a:pt x="1852765" y="5417582"/>
                  </a:cubicBezTo>
                  <a:cubicBezTo>
                    <a:pt x="1346587" y="5335829"/>
                    <a:pt x="894245" y="5041040"/>
                    <a:pt x="644481" y="4590555"/>
                  </a:cubicBezTo>
                  <a:cubicBezTo>
                    <a:pt x="575920" y="4466892"/>
                    <a:pt x="499786" y="4324607"/>
                    <a:pt x="485032" y="4182675"/>
                  </a:cubicBezTo>
                  <a:close/>
                  <a:moveTo>
                    <a:pt x="3511772" y="4194962"/>
                  </a:moveTo>
                  <a:cubicBezTo>
                    <a:pt x="3471491" y="4249150"/>
                    <a:pt x="3463557" y="4339409"/>
                    <a:pt x="3458118" y="4406627"/>
                  </a:cubicBezTo>
                  <a:cubicBezTo>
                    <a:pt x="3445088" y="4567533"/>
                    <a:pt x="3443230" y="4745041"/>
                    <a:pt x="3538223" y="4883877"/>
                  </a:cubicBezTo>
                  <a:cubicBezTo>
                    <a:pt x="3544805" y="4815716"/>
                    <a:pt x="3526488" y="4748841"/>
                    <a:pt x="3515792" y="4681385"/>
                  </a:cubicBezTo>
                  <a:cubicBezTo>
                    <a:pt x="3510096" y="4645485"/>
                    <a:pt x="3507772" y="4608090"/>
                    <a:pt x="3504209" y="4571867"/>
                  </a:cubicBezTo>
                  <a:cubicBezTo>
                    <a:pt x="3490770" y="4434983"/>
                    <a:pt x="3501923" y="4329598"/>
                    <a:pt x="3511772" y="4194962"/>
                  </a:cubicBezTo>
                  <a:close/>
                  <a:moveTo>
                    <a:pt x="4492819" y="4192467"/>
                  </a:moveTo>
                  <a:cubicBezTo>
                    <a:pt x="4478474" y="4234234"/>
                    <a:pt x="4445184" y="4274325"/>
                    <a:pt x="4412723" y="4304147"/>
                  </a:cubicBezTo>
                  <a:cubicBezTo>
                    <a:pt x="4418105" y="4238796"/>
                    <a:pt x="4396797" y="4367108"/>
                    <a:pt x="4408475" y="4291146"/>
                  </a:cubicBezTo>
                  <a:cubicBezTo>
                    <a:pt x="4410256" y="4279563"/>
                    <a:pt x="4468787" y="4200639"/>
                    <a:pt x="4479417" y="4194724"/>
                  </a:cubicBezTo>
                  <a:cubicBezTo>
                    <a:pt x="4513459" y="4175798"/>
                    <a:pt x="4454147" y="4210783"/>
                    <a:pt x="4492819" y="4192467"/>
                  </a:cubicBezTo>
                  <a:close/>
                  <a:moveTo>
                    <a:pt x="4653324" y="4195086"/>
                  </a:moveTo>
                  <a:cubicBezTo>
                    <a:pt x="4628531" y="4236882"/>
                    <a:pt x="4591069" y="4284593"/>
                    <a:pt x="4553502" y="4313272"/>
                  </a:cubicBezTo>
                  <a:cubicBezTo>
                    <a:pt x="4573553" y="4251427"/>
                    <a:pt x="4530138" y="4361964"/>
                    <a:pt x="4554855" y="4296937"/>
                  </a:cubicBezTo>
                  <a:cubicBezTo>
                    <a:pt x="4560399" y="4282345"/>
                    <a:pt x="4626740" y="4195372"/>
                    <a:pt x="4640018" y="4191429"/>
                  </a:cubicBezTo>
                  <a:cubicBezTo>
                    <a:pt x="4678690" y="4179941"/>
                    <a:pt x="4609576" y="4203516"/>
                    <a:pt x="4653324" y="4195086"/>
                  </a:cubicBezTo>
                  <a:close/>
                  <a:moveTo>
                    <a:pt x="4567580" y="4203430"/>
                  </a:moveTo>
                  <a:cubicBezTo>
                    <a:pt x="4549721" y="4232948"/>
                    <a:pt x="4532538" y="4260799"/>
                    <a:pt x="4506706" y="4283069"/>
                  </a:cubicBezTo>
                  <a:cubicBezTo>
                    <a:pt x="4517755" y="4237692"/>
                    <a:pt x="4490657" y="4317359"/>
                    <a:pt x="4506382" y="4268943"/>
                  </a:cubicBezTo>
                  <a:cubicBezTo>
                    <a:pt x="4510373" y="4256656"/>
                    <a:pt x="4543358" y="4208688"/>
                    <a:pt x="4554160" y="4202230"/>
                  </a:cubicBezTo>
                  <a:cubicBezTo>
                    <a:pt x="4587678" y="4182180"/>
                    <a:pt x="4531119" y="4219127"/>
                    <a:pt x="4567580" y="4203430"/>
                  </a:cubicBezTo>
                  <a:close/>
                  <a:moveTo>
                    <a:pt x="4750937" y="4210250"/>
                  </a:moveTo>
                  <a:cubicBezTo>
                    <a:pt x="4742107" y="4233034"/>
                    <a:pt x="4725705" y="4266409"/>
                    <a:pt x="4702673" y="4280783"/>
                  </a:cubicBezTo>
                  <a:cubicBezTo>
                    <a:pt x="4655877" y="4309996"/>
                    <a:pt x="4737659" y="4257332"/>
                    <a:pt x="4689177" y="4284345"/>
                  </a:cubicBezTo>
                  <a:cubicBezTo>
                    <a:pt x="4698806" y="4262266"/>
                    <a:pt x="4714599" y="4228062"/>
                    <a:pt x="4735925" y="4213603"/>
                  </a:cubicBezTo>
                  <a:cubicBezTo>
                    <a:pt x="4771930" y="4189200"/>
                    <a:pt x="4711075" y="4232843"/>
                    <a:pt x="4750937" y="4210250"/>
                  </a:cubicBezTo>
                  <a:close/>
                  <a:moveTo>
                    <a:pt x="7705325" y="4221775"/>
                  </a:moveTo>
                  <a:cubicBezTo>
                    <a:pt x="7687494" y="4262218"/>
                    <a:pt x="7713183" y="4181589"/>
                    <a:pt x="7697657" y="4228529"/>
                  </a:cubicBezTo>
                  <a:cubicBezTo>
                    <a:pt x="7693790" y="4240197"/>
                    <a:pt x="7694790" y="4253989"/>
                    <a:pt x="7692504" y="4266105"/>
                  </a:cubicBezTo>
                  <a:lnTo>
                    <a:pt x="7664968" y="4411361"/>
                  </a:lnTo>
                  <a:cubicBezTo>
                    <a:pt x="7650737" y="4475702"/>
                    <a:pt x="7630887" y="4540044"/>
                    <a:pt x="7623296" y="4605566"/>
                  </a:cubicBezTo>
                  <a:cubicBezTo>
                    <a:pt x="7604893" y="4764472"/>
                    <a:pt x="7635888" y="4944742"/>
                    <a:pt x="7651232" y="5103686"/>
                  </a:cubicBezTo>
                  <a:cubicBezTo>
                    <a:pt x="7701734" y="5047440"/>
                    <a:pt x="7718298" y="4954781"/>
                    <a:pt x="7725785" y="4880534"/>
                  </a:cubicBezTo>
                  <a:cubicBezTo>
                    <a:pt x="7677807" y="4880162"/>
                    <a:pt x="7767828" y="4873638"/>
                    <a:pt x="7712278" y="4877286"/>
                  </a:cubicBezTo>
                  <a:cubicBezTo>
                    <a:pt x="7697934" y="4878229"/>
                    <a:pt x="7685027" y="4886849"/>
                    <a:pt x="7670406" y="4886287"/>
                  </a:cubicBezTo>
                  <a:cubicBezTo>
                    <a:pt x="7585453" y="4883010"/>
                    <a:pt x="7727604" y="4887811"/>
                    <a:pt x="7659329" y="4881248"/>
                  </a:cubicBezTo>
                  <a:cubicBezTo>
                    <a:pt x="7681217" y="4870456"/>
                    <a:pt x="7709021" y="4861731"/>
                    <a:pt x="7724985" y="4842234"/>
                  </a:cubicBezTo>
                  <a:cubicBezTo>
                    <a:pt x="7743768" y="4819317"/>
                    <a:pt x="7741710" y="4718037"/>
                    <a:pt x="7742453" y="4686157"/>
                  </a:cubicBezTo>
                  <a:cubicBezTo>
                    <a:pt x="7744635" y="4592250"/>
                    <a:pt x="7735624" y="4498943"/>
                    <a:pt x="7726404" y="4405617"/>
                  </a:cubicBezTo>
                  <a:cubicBezTo>
                    <a:pt x="7720403" y="4344867"/>
                    <a:pt x="7718460" y="4281173"/>
                    <a:pt x="7705325" y="4221775"/>
                  </a:cubicBezTo>
                  <a:close/>
                  <a:moveTo>
                    <a:pt x="5874029" y="4230567"/>
                  </a:moveTo>
                  <a:cubicBezTo>
                    <a:pt x="5865809" y="4254179"/>
                    <a:pt x="5829233" y="4308481"/>
                    <a:pt x="5804535" y="4319445"/>
                  </a:cubicBezTo>
                  <a:cubicBezTo>
                    <a:pt x="5801230" y="4320902"/>
                    <a:pt x="5797039" y="4318645"/>
                    <a:pt x="5793724" y="4320054"/>
                  </a:cubicBezTo>
                  <a:cubicBezTo>
                    <a:pt x="5809850" y="4282954"/>
                    <a:pt x="5839958" y="4250950"/>
                    <a:pt x="5874029" y="4230567"/>
                  </a:cubicBezTo>
                  <a:close/>
                  <a:moveTo>
                    <a:pt x="6035164" y="4240654"/>
                  </a:moveTo>
                  <a:cubicBezTo>
                    <a:pt x="6034745" y="4245035"/>
                    <a:pt x="6039612" y="4248893"/>
                    <a:pt x="6039050" y="4253255"/>
                  </a:cubicBezTo>
                  <a:cubicBezTo>
                    <a:pt x="6036135" y="4276049"/>
                    <a:pt x="5960821" y="4352077"/>
                    <a:pt x="5940266" y="4365441"/>
                  </a:cubicBezTo>
                  <a:cubicBezTo>
                    <a:pt x="5934294" y="4369318"/>
                    <a:pt x="5931398" y="4366984"/>
                    <a:pt x="5926007" y="4369032"/>
                  </a:cubicBezTo>
                  <a:cubicBezTo>
                    <a:pt x="5942371" y="4324379"/>
                    <a:pt x="5910948" y="4394949"/>
                    <a:pt x="5927798" y="4355240"/>
                  </a:cubicBezTo>
                  <a:cubicBezTo>
                    <a:pt x="5935218" y="4337761"/>
                    <a:pt x="6002893" y="4261771"/>
                    <a:pt x="6019219" y="4247426"/>
                  </a:cubicBezTo>
                  <a:cubicBezTo>
                    <a:pt x="6024372" y="4242902"/>
                    <a:pt x="6029573" y="4243635"/>
                    <a:pt x="6035164" y="4240654"/>
                  </a:cubicBezTo>
                  <a:close/>
                  <a:moveTo>
                    <a:pt x="2638425" y="4257675"/>
                  </a:moveTo>
                  <a:cubicBezTo>
                    <a:pt x="2618527" y="4257675"/>
                    <a:pt x="2634186" y="4272582"/>
                    <a:pt x="2645226" y="4266857"/>
                  </a:cubicBezTo>
                  <a:cubicBezTo>
                    <a:pt x="2652741" y="4262952"/>
                    <a:pt x="2644721" y="4257675"/>
                    <a:pt x="2638425" y="4257675"/>
                  </a:cubicBezTo>
                  <a:close/>
                  <a:moveTo>
                    <a:pt x="5278041" y="4262057"/>
                  </a:moveTo>
                  <a:cubicBezTo>
                    <a:pt x="5305606" y="4258770"/>
                    <a:pt x="5301367" y="4311053"/>
                    <a:pt x="5273392" y="4305681"/>
                  </a:cubicBezTo>
                  <a:cubicBezTo>
                    <a:pt x="5252647" y="4301709"/>
                    <a:pt x="5259467" y="4264266"/>
                    <a:pt x="5278041" y="4262057"/>
                  </a:cubicBezTo>
                  <a:close/>
                  <a:moveTo>
                    <a:pt x="6140263" y="4259618"/>
                  </a:moveTo>
                  <a:cubicBezTo>
                    <a:pt x="6122508" y="4324474"/>
                    <a:pt x="6160741" y="4206326"/>
                    <a:pt x="6140558" y="4271486"/>
                  </a:cubicBezTo>
                  <a:cubicBezTo>
                    <a:pt x="6135795" y="4286869"/>
                    <a:pt x="6083198" y="4350477"/>
                    <a:pt x="6069187" y="4359526"/>
                  </a:cubicBezTo>
                  <a:cubicBezTo>
                    <a:pt x="6032002" y="4383557"/>
                    <a:pt x="6096848" y="4340028"/>
                    <a:pt x="6058119" y="4360612"/>
                  </a:cubicBezTo>
                  <a:cubicBezTo>
                    <a:pt x="6068930" y="4334999"/>
                    <a:pt x="6103268" y="4276535"/>
                    <a:pt x="6127499" y="4262314"/>
                  </a:cubicBezTo>
                  <a:cubicBezTo>
                    <a:pt x="6160637" y="4242854"/>
                    <a:pt x="6102572" y="4278830"/>
                    <a:pt x="6140263" y="4259618"/>
                  </a:cubicBezTo>
                  <a:close/>
                  <a:moveTo>
                    <a:pt x="7953375" y="4275944"/>
                  </a:moveTo>
                  <a:cubicBezTo>
                    <a:pt x="7952908" y="4277354"/>
                    <a:pt x="7950794" y="4273667"/>
                    <a:pt x="7949346" y="4274020"/>
                  </a:cubicBezTo>
                  <a:cubicBezTo>
                    <a:pt x="7945212" y="4275030"/>
                    <a:pt x="7948251" y="4297623"/>
                    <a:pt x="7948317" y="4300547"/>
                  </a:cubicBezTo>
                  <a:lnTo>
                    <a:pt x="7946441" y="4386139"/>
                  </a:lnTo>
                  <a:cubicBezTo>
                    <a:pt x="7943917" y="4446089"/>
                    <a:pt x="7936354" y="4504744"/>
                    <a:pt x="7923066" y="4563285"/>
                  </a:cubicBezTo>
                  <a:cubicBezTo>
                    <a:pt x="7910770" y="4617472"/>
                    <a:pt x="7893006" y="4669974"/>
                    <a:pt x="7864516" y="4718028"/>
                  </a:cubicBezTo>
                  <a:cubicBezTo>
                    <a:pt x="7852515" y="4738278"/>
                    <a:pt x="7833541" y="4756214"/>
                    <a:pt x="7823416" y="4777197"/>
                  </a:cubicBezTo>
                  <a:cubicBezTo>
                    <a:pt x="7804871" y="4815650"/>
                    <a:pt x="7801423" y="4875476"/>
                    <a:pt x="7789812" y="4917824"/>
                  </a:cubicBezTo>
                  <a:cubicBezTo>
                    <a:pt x="7771428" y="4984833"/>
                    <a:pt x="7739453" y="5041964"/>
                    <a:pt x="7707821" y="5102981"/>
                  </a:cubicBezTo>
                  <a:cubicBezTo>
                    <a:pt x="7799575" y="5093732"/>
                    <a:pt x="7882776" y="5017751"/>
                    <a:pt x="7934430" y="4942942"/>
                  </a:cubicBezTo>
                  <a:cubicBezTo>
                    <a:pt x="8048473" y="4777769"/>
                    <a:pt x="8043367" y="4578601"/>
                    <a:pt x="7992866" y="4391987"/>
                  </a:cubicBezTo>
                  <a:cubicBezTo>
                    <a:pt x="7982331" y="4353068"/>
                    <a:pt x="7972673" y="4310891"/>
                    <a:pt x="7953375" y="4275944"/>
                  </a:cubicBezTo>
                  <a:close/>
                  <a:moveTo>
                    <a:pt x="2412330" y="4298442"/>
                  </a:moveTo>
                  <a:cubicBezTo>
                    <a:pt x="2418055" y="4319759"/>
                    <a:pt x="2428770" y="4341285"/>
                    <a:pt x="2434619" y="4363898"/>
                  </a:cubicBezTo>
                  <a:cubicBezTo>
                    <a:pt x="2444286" y="4401302"/>
                    <a:pt x="2444658" y="4442393"/>
                    <a:pt x="2467451" y="4475445"/>
                  </a:cubicBezTo>
                  <a:cubicBezTo>
                    <a:pt x="2495998" y="4516841"/>
                    <a:pt x="2548157" y="4539672"/>
                    <a:pt x="2583685" y="4574296"/>
                  </a:cubicBezTo>
                  <a:cubicBezTo>
                    <a:pt x="2609317" y="4599289"/>
                    <a:pt x="2621775" y="4634017"/>
                    <a:pt x="2650836" y="4656030"/>
                  </a:cubicBezTo>
                  <a:cubicBezTo>
                    <a:pt x="2688422" y="4684490"/>
                    <a:pt x="2739447" y="4690167"/>
                    <a:pt x="2778814" y="4716666"/>
                  </a:cubicBezTo>
                  <a:cubicBezTo>
                    <a:pt x="2803217" y="4733087"/>
                    <a:pt x="2863987" y="4818917"/>
                    <a:pt x="2870044" y="4820517"/>
                  </a:cubicBezTo>
                  <a:cubicBezTo>
                    <a:pt x="2909564" y="4830956"/>
                    <a:pt x="2998508" y="4763662"/>
                    <a:pt x="3020092" y="4732696"/>
                  </a:cubicBezTo>
                  <a:cubicBezTo>
                    <a:pt x="3031903" y="4715742"/>
                    <a:pt x="3036199" y="4694339"/>
                    <a:pt x="3041304" y="4674689"/>
                  </a:cubicBezTo>
                  <a:cubicBezTo>
                    <a:pt x="3044295" y="4663183"/>
                    <a:pt x="3051610" y="4645895"/>
                    <a:pt x="3045809" y="4634208"/>
                  </a:cubicBezTo>
                  <a:cubicBezTo>
                    <a:pt x="3040266" y="4623025"/>
                    <a:pt x="2945025" y="4588935"/>
                    <a:pt x="2928099" y="4581515"/>
                  </a:cubicBezTo>
                  <a:cubicBezTo>
                    <a:pt x="2814742" y="4531814"/>
                    <a:pt x="2705214" y="4475769"/>
                    <a:pt x="2594677" y="4420381"/>
                  </a:cubicBezTo>
                  <a:cubicBezTo>
                    <a:pt x="2622985" y="4500810"/>
                    <a:pt x="2714292" y="4560046"/>
                    <a:pt x="2729694" y="4646619"/>
                  </a:cubicBezTo>
                  <a:cubicBezTo>
                    <a:pt x="2657532" y="4589412"/>
                    <a:pt x="2605983" y="4476893"/>
                    <a:pt x="2548947" y="4401617"/>
                  </a:cubicBezTo>
                  <a:cubicBezTo>
                    <a:pt x="2525916" y="4371223"/>
                    <a:pt x="2446839" y="4324217"/>
                    <a:pt x="2412330" y="4298442"/>
                  </a:cubicBezTo>
                  <a:close/>
                  <a:moveTo>
                    <a:pt x="3818201" y="4297099"/>
                  </a:moveTo>
                  <a:cubicBezTo>
                    <a:pt x="3796084" y="4363269"/>
                    <a:pt x="3780720" y="4581763"/>
                    <a:pt x="3793036" y="4651210"/>
                  </a:cubicBezTo>
                  <a:cubicBezTo>
                    <a:pt x="3795189" y="4663345"/>
                    <a:pt x="3803914" y="4673708"/>
                    <a:pt x="3806600" y="4685986"/>
                  </a:cubicBezTo>
                  <a:cubicBezTo>
                    <a:pt x="3821039" y="4751727"/>
                    <a:pt x="3821297" y="4823889"/>
                    <a:pt x="3846614" y="4887163"/>
                  </a:cubicBezTo>
                  <a:cubicBezTo>
                    <a:pt x="3865607" y="4934626"/>
                    <a:pt x="3891991" y="4984423"/>
                    <a:pt x="3919690" y="5027457"/>
                  </a:cubicBezTo>
                  <a:cubicBezTo>
                    <a:pt x="3935244" y="5051631"/>
                    <a:pt x="3958228" y="5075939"/>
                    <a:pt x="3969677" y="5102190"/>
                  </a:cubicBezTo>
                  <a:cubicBezTo>
                    <a:pt x="3985870" y="5139309"/>
                    <a:pt x="3958466" y="5079073"/>
                    <a:pt x="3968725" y="5114925"/>
                  </a:cubicBezTo>
                  <a:cubicBezTo>
                    <a:pt x="3920947" y="5067376"/>
                    <a:pt x="3888677" y="5004930"/>
                    <a:pt x="3854482" y="4947066"/>
                  </a:cubicBezTo>
                  <a:cubicBezTo>
                    <a:pt x="3847148" y="5086826"/>
                    <a:pt x="3953189" y="5276821"/>
                    <a:pt x="4111962" y="5275402"/>
                  </a:cubicBezTo>
                  <a:cubicBezTo>
                    <a:pt x="4059098" y="5238369"/>
                    <a:pt x="4013540" y="5175723"/>
                    <a:pt x="3971563" y="5124069"/>
                  </a:cubicBezTo>
                  <a:cubicBezTo>
                    <a:pt x="3993166" y="5127193"/>
                    <a:pt x="3957876" y="5110677"/>
                    <a:pt x="3979012" y="5117792"/>
                  </a:cubicBezTo>
                  <a:cubicBezTo>
                    <a:pt x="3980659" y="5118344"/>
                    <a:pt x="3995195" y="5133318"/>
                    <a:pt x="3996233" y="5129546"/>
                  </a:cubicBezTo>
                  <a:cubicBezTo>
                    <a:pt x="3997738" y="5124098"/>
                    <a:pt x="3965562" y="5070929"/>
                    <a:pt x="3961019" y="5060985"/>
                  </a:cubicBezTo>
                  <a:cubicBezTo>
                    <a:pt x="3932244" y="4997891"/>
                    <a:pt x="3901878" y="4930588"/>
                    <a:pt x="3884828" y="4863227"/>
                  </a:cubicBezTo>
                  <a:cubicBezTo>
                    <a:pt x="3857254" y="4754261"/>
                    <a:pt x="3827783" y="4648486"/>
                    <a:pt x="3820135" y="4535538"/>
                  </a:cubicBezTo>
                  <a:cubicBezTo>
                    <a:pt x="3814753" y="4455928"/>
                    <a:pt x="3823983" y="4376071"/>
                    <a:pt x="3818201" y="4297099"/>
                  </a:cubicBezTo>
                  <a:close/>
                  <a:moveTo>
                    <a:pt x="6211605" y="4320340"/>
                  </a:moveTo>
                  <a:cubicBezTo>
                    <a:pt x="6202166" y="4331618"/>
                    <a:pt x="6193203" y="4345886"/>
                    <a:pt x="6181887" y="4355363"/>
                  </a:cubicBezTo>
                  <a:cubicBezTo>
                    <a:pt x="6152950" y="4379605"/>
                    <a:pt x="6201156" y="4338257"/>
                    <a:pt x="6168838" y="4359573"/>
                  </a:cubicBezTo>
                  <a:cubicBezTo>
                    <a:pt x="6172029" y="4345210"/>
                    <a:pt x="6181763" y="4319140"/>
                    <a:pt x="6199946" y="4315292"/>
                  </a:cubicBezTo>
                  <a:cubicBezTo>
                    <a:pt x="6279318" y="4298471"/>
                    <a:pt x="6138901" y="4330608"/>
                    <a:pt x="6211605" y="4320340"/>
                  </a:cubicBezTo>
                  <a:close/>
                  <a:moveTo>
                    <a:pt x="428139" y="4346343"/>
                  </a:moveTo>
                  <a:cubicBezTo>
                    <a:pt x="399936" y="4380262"/>
                    <a:pt x="445341" y="4313234"/>
                    <a:pt x="418405" y="4352430"/>
                  </a:cubicBezTo>
                  <a:cubicBezTo>
                    <a:pt x="372294" y="4419524"/>
                    <a:pt x="396497" y="4495324"/>
                    <a:pt x="426225" y="4562418"/>
                  </a:cubicBezTo>
                  <a:lnTo>
                    <a:pt x="478193" y="4689253"/>
                  </a:lnTo>
                  <a:cubicBezTo>
                    <a:pt x="507025" y="4754680"/>
                    <a:pt x="544278" y="4818059"/>
                    <a:pt x="580463" y="4879677"/>
                  </a:cubicBezTo>
                  <a:cubicBezTo>
                    <a:pt x="605876" y="4922939"/>
                    <a:pt x="628412" y="4968650"/>
                    <a:pt x="660968" y="5007235"/>
                  </a:cubicBezTo>
                  <a:cubicBezTo>
                    <a:pt x="747017" y="5109210"/>
                    <a:pt x="868775" y="5176504"/>
                    <a:pt x="977560" y="5250694"/>
                  </a:cubicBezTo>
                  <a:lnTo>
                    <a:pt x="1139838" y="5356641"/>
                  </a:lnTo>
                  <a:cubicBezTo>
                    <a:pt x="1222562" y="5411457"/>
                    <a:pt x="1303582" y="5466674"/>
                    <a:pt x="1396470" y="5503650"/>
                  </a:cubicBezTo>
                  <a:cubicBezTo>
                    <a:pt x="1484471" y="5538673"/>
                    <a:pt x="1580750" y="5553818"/>
                    <a:pt x="1672752" y="5574230"/>
                  </a:cubicBezTo>
                  <a:cubicBezTo>
                    <a:pt x="1789109" y="5600043"/>
                    <a:pt x="2001479" y="5610520"/>
                    <a:pt x="2110683" y="5557085"/>
                  </a:cubicBezTo>
                  <a:cubicBezTo>
                    <a:pt x="2136524" y="5544436"/>
                    <a:pt x="2154946" y="5523548"/>
                    <a:pt x="2170652" y="5502373"/>
                  </a:cubicBezTo>
                  <a:cubicBezTo>
                    <a:pt x="2047951" y="5512841"/>
                    <a:pt x="1927155" y="5512794"/>
                    <a:pt x="1804159" y="5497620"/>
                  </a:cubicBezTo>
                  <a:cubicBezTo>
                    <a:pt x="1470612" y="5456463"/>
                    <a:pt x="1098433" y="5269440"/>
                    <a:pt x="854107" y="5040897"/>
                  </a:cubicBezTo>
                  <a:cubicBezTo>
                    <a:pt x="808301" y="4998053"/>
                    <a:pt x="759352" y="4961696"/>
                    <a:pt x="719090" y="4913024"/>
                  </a:cubicBezTo>
                  <a:cubicBezTo>
                    <a:pt x="583978" y="4749737"/>
                    <a:pt x="494071" y="4545625"/>
                    <a:pt x="428139" y="4346343"/>
                  </a:cubicBezTo>
                  <a:close/>
                  <a:moveTo>
                    <a:pt x="4248150" y="4410075"/>
                  </a:moveTo>
                  <a:cubicBezTo>
                    <a:pt x="4246045" y="4411847"/>
                    <a:pt x="4242340" y="4409275"/>
                    <a:pt x="4239911" y="4410570"/>
                  </a:cubicBezTo>
                  <a:cubicBezTo>
                    <a:pt x="4236920" y="4412151"/>
                    <a:pt x="4233024" y="4422096"/>
                    <a:pt x="4231281" y="4424267"/>
                  </a:cubicBezTo>
                  <a:cubicBezTo>
                    <a:pt x="4228376" y="4427915"/>
                    <a:pt x="4222290" y="4428134"/>
                    <a:pt x="4219556" y="4431916"/>
                  </a:cubicBezTo>
                  <a:cubicBezTo>
                    <a:pt x="4217213" y="4435164"/>
                    <a:pt x="4210345" y="4477255"/>
                    <a:pt x="4211117" y="4481751"/>
                  </a:cubicBezTo>
                  <a:cubicBezTo>
                    <a:pt x="4211422" y="4483579"/>
                    <a:pt x="4214365" y="4484427"/>
                    <a:pt x="4214327" y="4486275"/>
                  </a:cubicBezTo>
                  <a:cubicBezTo>
                    <a:pt x="4215051" y="4484208"/>
                    <a:pt x="4218651" y="4484513"/>
                    <a:pt x="4219794" y="4482646"/>
                  </a:cubicBezTo>
                  <a:cubicBezTo>
                    <a:pt x="4227205" y="4470625"/>
                    <a:pt x="4221499" y="4444898"/>
                    <a:pt x="4228862" y="4432811"/>
                  </a:cubicBezTo>
                  <a:cubicBezTo>
                    <a:pt x="4231262" y="4428877"/>
                    <a:pt x="4237282" y="4428544"/>
                    <a:pt x="4240330" y="4425086"/>
                  </a:cubicBezTo>
                  <a:cubicBezTo>
                    <a:pt x="4252741" y="4410980"/>
                    <a:pt x="4235882" y="4424543"/>
                    <a:pt x="4248150" y="4410075"/>
                  </a:cubicBezTo>
                  <a:close/>
                  <a:moveTo>
                    <a:pt x="2113236" y="4413199"/>
                  </a:moveTo>
                  <a:cubicBezTo>
                    <a:pt x="2146964" y="4457767"/>
                    <a:pt x="2159994" y="4554493"/>
                    <a:pt x="2184359" y="4611653"/>
                  </a:cubicBezTo>
                  <a:cubicBezTo>
                    <a:pt x="2197932" y="4643476"/>
                    <a:pt x="2212829" y="4674880"/>
                    <a:pt x="2231803" y="4703902"/>
                  </a:cubicBezTo>
                  <a:cubicBezTo>
                    <a:pt x="2246300" y="4726057"/>
                    <a:pt x="2263226" y="4743621"/>
                    <a:pt x="2271827" y="4767348"/>
                  </a:cubicBezTo>
                  <a:cubicBezTo>
                    <a:pt x="2193188" y="4723181"/>
                    <a:pt x="2143525" y="4593974"/>
                    <a:pt x="2121960" y="4510678"/>
                  </a:cubicBezTo>
                  <a:cubicBezTo>
                    <a:pt x="2115226" y="4484684"/>
                    <a:pt x="2100872" y="4447165"/>
                    <a:pt x="2106606" y="4420105"/>
                  </a:cubicBezTo>
                  <a:cubicBezTo>
                    <a:pt x="2119341" y="4360031"/>
                    <a:pt x="2098243" y="4465425"/>
                    <a:pt x="2113236" y="4413199"/>
                  </a:cubicBezTo>
                  <a:close/>
                  <a:moveTo>
                    <a:pt x="3424409" y="4462291"/>
                  </a:moveTo>
                  <a:cubicBezTo>
                    <a:pt x="3355943" y="4648733"/>
                    <a:pt x="3307061" y="5027352"/>
                    <a:pt x="3465195" y="5179162"/>
                  </a:cubicBezTo>
                  <a:cubicBezTo>
                    <a:pt x="3497342" y="5210023"/>
                    <a:pt x="3541528" y="5225929"/>
                    <a:pt x="3583286" y="5239093"/>
                  </a:cubicBezTo>
                  <a:cubicBezTo>
                    <a:pt x="3625615" y="5252428"/>
                    <a:pt x="3667839" y="5262401"/>
                    <a:pt x="3710826" y="5261505"/>
                  </a:cubicBezTo>
                  <a:cubicBezTo>
                    <a:pt x="3597259" y="5147910"/>
                    <a:pt x="3607041" y="5100123"/>
                    <a:pt x="3558140" y="4958963"/>
                  </a:cubicBezTo>
                  <a:cubicBezTo>
                    <a:pt x="3550148" y="4935903"/>
                    <a:pt x="3526307" y="4916110"/>
                    <a:pt x="3513325" y="4895393"/>
                  </a:cubicBezTo>
                  <a:cubicBezTo>
                    <a:pt x="3494199" y="4864884"/>
                    <a:pt x="3480006" y="4829604"/>
                    <a:pt x="3467605" y="4795914"/>
                  </a:cubicBezTo>
                  <a:cubicBezTo>
                    <a:pt x="3420428" y="4667764"/>
                    <a:pt x="3434267" y="4590421"/>
                    <a:pt x="3424409" y="4462291"/>
                  </a:cubicBezTo>
                  <a:close/>
                  <a:moveTo>
                    <a:pt x="365217" y="4490590"/>
                  </a:moveTo>
                  <a:cubicBezTo>
                    <a:pt x="333480" y="4572086"/>
                    <a:pt x="320154" y="4658601"/>
                    <a:pt x="292522" y="4741478"/>
                  </a:cubicBezTo>
                  <a:cubicBezTo>
                    <a:pt x="253994" y="4857055"/>
                    <a:pt x="204892" y="4968354"/>
                    <a:pt x="164487" y="5082873"/>
                  </a:cubicBezTo>
                  <a:cubicBezTo>
                    <a:pt x="125378" y="5193697"/>
                    <a:pt x="97622" y="5309997"/>
                    <a:pt x="74657" y="5425126"/>
                  </a:cubicBezTo>
                  <a:cubicBezTo>
                    <a:pt x="48120" y="5558171"/>
                    <a:pt x="12125" y="5694331"/>
                    <a:pt x="40491" y="5830557"/>
                  </a:cubicBezTo>
                  <a:cubicBezTo>
                    <a:pt x="84668" y="6042774"/>
                    <a:pt x="260814" y="6238637"/>
                    <a:pt x="436645" y="6358090"/>
                  </a:cubicBezTo>
                  <a:cubicBezTo>
                    <a:pt x="499415" y="6400733"/>
                    <a:pt x="567395" y="6435642"/>
                    <a:pt x="633470" y="6472695"/>
                  </a:cubicBezTo>
                  <a:cubicBezTo>
                    <a:pt x="702688" y="6511509"/>
                    <a:pt x="846049" y="6594091"/>
                    <a:pt x="919010" y="6606169"/>
                  </a:cubicBezTo>
                  <a:cubicBezTo>
                    <a:pt x="971483" y="6614855"/>
                    <a:pt x="1025442" y="6614932"/>
                    <a:pt x="1078440" y="6617989"/>
                  </a:cubicBezTo>
                  <a:cubicBezTo>
                    <a:pt x="1229335" y="6626704"/>
                    <a:pt x="1380582" y="6626276"/>
                    <a:pt x="1531591" y="6632429"/>
                  </a:cubicBezTo>
                  <a:cubicBezTo>
                    <a:pt x="1613468" y="6635772"/>
                    <a:pt x="1695231" y="6636915"/>
                    <a:pt x="1776098" y="6651679"/>
                  </a:cubicBezTo>
                  <a:cubicBezTo>
                    <a:pt x="1835810" y="6662576"/>
                    <a:pt x="1896380" y="6674463"/>
                    <a:pt x="1952758" y="6697647"/>
                  </a:cubicBezTo>
                  <a:cubicBezTo>
                    <a:pt x="2038721" y="6733003"/>
                    <a:pt x="2143792" y="6808251"/>
                    <a:pt x="2225440" y="6858391"/>
                  </a:cubicBezTo>
                  <a:cubicBezTo>
                    <a:pt x="2289086" y="6897481"/>
                    <a:pt x="2340531" y="6947249"/>
                    <a:pt x="2413768" y="6968033"/>
                  </a:cubicBezTo>
                  <a:cubicBezTo>
                    <a:pt x="2539946" y="7003828"/>
                    <a:pt x="2669534" y="7016448"/>
                    <a:pt x="2799217" y="7031022"/>
                  </a:cubicBezTo>
                  <a:cubicBezTo>
                    <a:pt x="2838783" y="7035470"/>
                    <a:pt x="2877864" y="7043757"/>
                    <a:pt x="2917584" y="7046824"/>
                  </a:cubicBezTo>
                  <a:cubicBezTo>
                    <a:pt x="3054725" y="7057396"/>
                    <a:pt x="3188637" y="7062740"/>
                    <a:pt x="3322053" y="7100440"/>
                  </a:cubicBezTo>
                  <a:cubicBezTo>
                    <a:pt x="3337008" y="7046605"/>
                    <a:pt x="3330654" y="6985549"/>
                    <a:pt x="3334579" y="6928571"/>
                  </a:cubicBezTo>
                  <a:cubicBezTo>
                    <a:pt x="3339408" y="6858591"/>
                    <a:pt x="3359144" y="6756625"/>
                    <a:pt x="3354114" y="6690341"/>
                  </a:cubicBezTo>
                  <a:cubicBezTo>
                    <a:pt x="3349390" y="6628009"/>
                    <a:pt x="3356486" y="6729451"/>
                    <a:pt x="3348409" y="6678901"/>
                  </a:cubicBezTo>
                  <a:cubicBezTo>
                    <a:pt x="3315967" y="6715849"/>
                    <a:pt x="3168367" y="6871859"/>
                    <a:pt x="3132020" y="6884918"/>
                  </a:cubicBezTo>
                  <a:cubicBezTo>
                    <a:pt x="3089615" y="6900139"/>
                    <a:pt x="3166281" y="6870887"/>
                    <a:pt x="3117552" y="6885623"/>
                  </a:cubicBezTo>
                  <a:cubicBezTo>
                    <a:pt x="3163310" y="6803403"/>
                    <a:pt x="3326663" y="6694694"/>
                    <a:pt x="3362135" y="6615627"/>
                  </a:cubicBezTo>
                  <a:cubicBezTo>
                    <a:pt x="3375136" y="6586642"/>
                    <a:pt x="3372850" y="6548876"/>
                    <a:pt x="3376003" y="6517719"/>
                  </a:cubicBezTo>
                  <a:cubicBezTo>
                    <a:pt x="3377984" y="6498098"/>
                    <a:pt x="3387214" y="6430223"/>
                    <a:pt x="3378546" y="6415402"/>
                  </a:cubicBezTo>
                  <a:cubicBezTo>
                    <a:pt x="3372050" y="6404296"/>
                    <a:pt x="3321206" y="6405086"/>
                    <a:pt x="3307509" y="6404077"/>
                  </a:cubicBezTo>
                  <a:cubicBezTo>
                    <a:pt x="3254464" y="6400171"/>
                    <a:pt x="3205286" y="6374292"/>
                    <a:pt x="3156928" y="6353947"/>
                  </a:cubicBezTo>
                  <a:cubicBezTo>
                    <a:pt x="2981173" y="6279994"/>
                    <a:pt x="2834078" y="6164694"/>
                    <a:pt x="2684316" y="6049566"/>
                  </a:cubicBezTo>
                  <a:cubicBezTo>
                    <a:pt x="2556148" y="5951030"/>
                    <a:pt x="2419226" y="5801354"/>
                    <a:pt x="2309632" y="5680996"/>
                  </a:cubicBezTo>
                  <a:cubicBezTo>
                    <a:pt x="2292525" y="5662212"/>
                    <a:pt x="2185930" y="5553866"/>
                    <a:pt x="2167280" y="5555818"/>
                  </a:cubicBezTo>
                  <a:cubicBezTo>
                    <a:pt x="2153002" y="5557323"/>
                    <a:pt x="2111512" y="5599462"/>
                    <a:pt x="2098005" y="5610025"/>
                  </a:cubicBezTo>
                  <a:cubicBezTo>
                    <a:pt x="2053628" y="5644734"/>
                    <a:pt x="1985524" y="5691826"/>
                    <a:pt x="1953197" y="5737317"/>
                  </a:cubicBezTo>
                  <a:cubicBezTo>
                    <a:pt x="1939128" y="5757110"/>
                    <a:pt x="1931994" y="5781351"/>
                    <a:pt x="1920764" y="5802744"/>
                  </a:cubicBezTo>
                  <a:cubicBezTo>
                    <a:pt x="1850831" y="5935932"/>
                    <a:pt x="1742818" y="6049632"/>
                    <a:pt x="1649540" y="6166323"/>
                  </a:cubicBezTo>
                  <a:cubicBezTo>
                    <a:pt x="1618117" y="6205642"/>
                    <a:pt x="1590084" y="6247829"/>
                    <a:pt x="1559738" y="6288005"/>
                  </a:cubicBezTo>
                  <a:cubicBezTo>
                    <a:pt x="1551499" y="6298921"/>
                    <a:pt x="1545241" y="6313475"/>
                    <a:pt x="1534897" y="6322552"/>
                  </a:cubicBezTo>
                  <a:cubicBezTo>
                    <a:pt x="1498702" y="6354261"/>
                    <a:pt x="1560090" y="6298254"/>
                    <a:pt x="1519095" y="6329201"/>
                  </a:cubicBezTo>
                  <a:cubicBezTo>
                    <a:pt x="1525219" y="6297063"/>
                    <a:pt x="1509674" y="6341859"/>
                    <a:pt x="1517399" y="6315808"/>
                  </a:cubicBezTo>
                  <a:cubicBezTo>
                    <a:pt x="1525981" y="6286891"/>
                    <a:pt x="1584836" y="6214882"/>
                    <a:pt x="1604886" y="6186173"/>
                  </a:cubicBezTo>
                  <a:cubicBezTo>
                    <a:pt x="1683229" y="6073959"/>
                    <a:pt x="1862490" y="5888936"/>
                    <a:pt x="1901381" y="5773636"/>
                  </a:cubicBezTo>
                  <a:cubicBezTo>
                    <a:pt x="1834563" y="5818499"/>
                    <a:pt x="1768307" y="5864323"/>
                    <a:pt x="1698460" y="5904452"/>
                  </a:cubicBezTo>
                  <a:cubicBezTo>
                    <a:pt x="1649311" y="5932684"/>
                    <a:pt x="1598047" y="5956478"/>
                    <a:pt x="1548555" y="5983986"/>
                  </a:cubicBezTo>
                  <a:cubicBezTo>
                    <a:pt x="1500035" y="6010942"/>
                    <a:pt x="1431274" y="6060043"/>
                    <a:pt x="1376429" y="6067987"/>
                  </a:cubicBezTo>
                  <a:cubicBezTo>
                    <a:pt x="1325108" y="6075416"/>
                    <a:pt x="1408262" y="6062653"/>
                    <a:pt x="1361913" y="6065149"/>
                  </a:cubicBezTo>
                  <a:cubicBezTo>
                    <a:pt x="1394022" y="6034992"/>
                    <a:pt x="1437027" y="6017819"/>
                    <a:pt x="1475975" y="5996311"/>
                  </a:cubicBezTo>
                  <a:lnTo>
                    <a:pt x="1712557" y="5864562"/>
                  </a:lnTo>
                  <a:cubicBezTo>
                    <a:pt x="1835677" y="5796715"/>
                    <a:pt x="1941909" y="5707189"/>
                    <a:pt x="2048389" y="5616512"/>
                  </a:cubicBezTo>
                  <a:cubicBezTo>
                    <a:pt x="1999717" y="5611863"/>
                    <a:pt x="2093890" y="5612197"/>
                    <a:pt x="2036816" y="5611559"/>
                  </a:cubicBezTo>
                  <a:cubicBezTo>
                    <a:pt x="1989468" y="5611035"/>
                    <a:pt x="1940204" y="5623446"/>
                    <a:pt x="1892494" y="5625217"/>
                  </a:cubicBezTo>
                  <a:cubicBezTo>
                    <a:pt x="1824552" y="5627741"/>
                    <a:pt x="1749600" y="5619950"/>
                    <a:pt x="1682858" y="5607072"/>
                  </a:cubicBezTo>
                  <a:cubicBezTo>
                    <a:pt x="1601886" y="5591442"/>
                    <a:pt x="1518523" y="5577554"/>
                    <a:pt x="1440790" y="5549217"/>
                  </a:cubicBezTo>
                  <a:cubicBezTo>
                    <a:pt x="1302515" y="5498821"/>
                    <a:pt x="1182253" y="5419306"/>
                    <a:pt x="1061523" y="5337191"/>
                  </a:cubicBezTo>
                  <a:lnTo>
                    <a:pt x="930059" y="5251628"/>
                  </a:lnTo>
                  <a:cubicBezTo>
                    <a:pt x="831799" y="5183705"/>
                    <a:pt x="716118" y="5119821"/>
                    <a:pt x="640528" y="5025409"/>
                  </a:cubicBezTo>
                  <a:cubicBezTo>
                    <a:pt x="546106" y="4907451"/>
                    <a:pt x="484699" y="4766891"/>
                    <a:pt x="422234" y="4630731"/>
                  </a:cubicBezTo>
                  <a:cubicBezTo>
                    <a:pt x="401269" y="4585030"/>
                    <a:pt x="390896" y="4533309"/>
                    <a:pt x="365217" y="4490590"/>
                  </a:cubicBezTo>
                  <a:close/>
                  <a:moveTo>
                    <a:pt x="4220870" y="4496029"/>
                  </a:moveTo>
                  <a:cubicBezTo>
                    <a:pt x="4225033" y="4534367"/>
                    <a:pt x="4236710" y="4554617"/>
                    <a:pt x="4265657" y="4579858"/>
                  </a:cubicBezTo>
                  <a:cubicBezTo>
                    <a:pt x="4244931" y="4554560"/>
                    <a:pt x="4230957" y="4526994"/>
                    <a:pt x="4220870" y="4496029"/>
                  </a:cubicBezTo>
                  <a:close/>
                  <a:moveTo>
                    <a:pt x="6765103" y="4499962"/>
                  </a:moveTo>
                  <a:cubicBezTo>
                    <a:pt x="6772751" y="4511754"/>
                    <a:pt x="6783734" y="4523537"/>
                    <a:pt x="6789372" y="4536767"/>
                  </a:cubicBezTo>
                  <a:cubicBezTo>
                    <a:pt x="6816928" y="4601432"/>
                    <a:pt x="6756749" y="4661754"/>
                    <a:pt x="6711344" y="4698425"/>
                  </a:cubicBezTo>
                  <a:cubicBezTo>
                    <a:pt x="6700933" y="4706836"/>
                    <a:pt x="6695894" y="4694796"/>
                    <a:pt x="6687102" y="4703321"/>
                  </a:cubicBezTo>
                  <a:cubicBezTo>
                    <a:pt x="6671977" y="4717999"/>
                    <a:pt x="6672434" y="4755385"/>
                    <a:pt x="6670691" y="4756747"/>
                  </a:cubicBezTo>
                  <a:cubicBezTo>
                    <a:pt x="6665471" y="4760805"/>
                    <a:pt x="6658727" y="4752889"/>
                    <a:pt x="6653632" y="4755404"/>
                  </a:cubicBezTo>
                  <a:cubicBezTo>
                    <a:pt x="6639306" y="4762471"/>
                    <a:pt x="6667176" y="4752584"/>
                    <a:pt x="6652089" y="4762386"/>
                  </a:cubicBezTo>
                  <a:cubicBezTo>
                    <a:pt x="6658889" y="4764910"/>
                    <a:pt x="6658823" y="4771996"/>
                    <a:pt x="6668224" y="4772387"/>
                  </a:cubicBezTo>
                  <a:cubicBezTo>
                    <a:pt x="6676349" y="4772720"/>
                    <a:pt x="6756464" y="4730925"/>
                    <a:pt x="6767789" y="4723848"/>
                  </a:cubicBezTo>
                  <a:cubicBezTo>
                    <a:pt x="6780028" y="4716199"/>
                    <a:pt x="6790744" y="4704121"/>
                    <a:pt x="6803250" y="4697444"/>
                  </a:cubicBezTo>
                  <a:cubicBezTo>
                    <a:pt x="6837483" y="4679194"/>
                    <a:pt x="6782314" y="4710760"/>
                    <a:pt x="6819005" y="4695749"/>
                  </a:cubicBezTo>
                  <a:cubicBezTo>
                    <a:pt x="6819367" y="4719380"/>
                    <a:pt x="6816100" y="4718980"/>
                    <a:pt x="6814728" y="4735754"/>
                  </a:cubicBezTo>
                  <a:cubicBezTo>
                    <a:pt x="6814052" y="4744079"/>
                    <a:pt x="6823967" y="4749870"/>
                    <a:pt x="6825044" y="4758366"/>
                  </a:cubicBezTo>
                  <a:cubicBezTo>
                    <a:pt x="6829054" y="4790008"/>
                    <a:pt x="6768094" y="4818621"/>
                    <a:pt x="6751682" y="4836443"/>
                  </a:cubicBezTo>
                  <a:cubicBezTo>
                    <a:pt x="6690589" y="4902794"/>
                    <a:pt x="6794992" y="4790542"/>
                    <a:pt x="6747758" y="4847015"/>
                  </a:cubicBezTo>
                  <a:cubicBezTo>
                    <a:pt x="6751425" y="4845910"/>
                    <a:pt x="6752368" y="4840195"/>
                    <a:pt x="6756016" y="4839005"/>
                  </a:cubicBezTo>
                  <a:cubicBezTo>
                    <a:pt x="6767894" y="4835128"/>
                    <a:pt x="6812632" y="4833880"/>
                    <a:pt x="6828015" y="4835442"/>
                  </a:cubicBezTo>
                  <a:cubicBezTo>
                    <a:pt x="6816814" y="4869351"/>
                    <a:pt x="6842703" y="4819574"/>
                    <a:pt x="6827930" y="4850482"/>
                  </a:cubicBezTo>
                  <a:cubicBezTo>
                    <a:pt x="6809775" y="4888430"/>
                    <a:pt x="6779181" y="4853626"/>
                    <a:pt x="6761969" y="4861779"/>
                  </a:cubicBezTo>
                  <a:cubicBezTo>
                    <a:pt x="6749320" y="4867780"/>
                    <a:pt x="6746729" y="4884134"/>
                    <a:pt x="6731479" y="4890316"/>
                  </a:cubicBezTo>
                  <a:cubicBezTo>
                    <a:pt x="6676063" y="4912795"/>
                    <a:pt x="6625123" y="4879296"/>
                    <a:pt x="6582537" y="4849959"/>
                  </a:cubicBezTo>
                  <a:cubicBezTo>
                    <a:pt x="6609921" y="4909985"/>
                    <a:pt x="6555257" y="4806458"/>
                    <a:pt x="6584356" y="4863417"/>
                  </a:cubicBezTo>
                  <a:cubicBezTo>
                    <a:pt x="6599339" y="4892754"/>
                    <a:pt x="6654746" y="4900517"/>
                    <a:pt x="6662452" y="4910576"/>
                  </a:cubicBezTo>
                  <a:cubicBezTo>
                    <a:pt x="6668395" y="4918339"/>
                    <a:pt x="6658899" y="4930111"/>
                    <a:pt x="6660004" y="4938760"/>
                  </a:cubicBezTo>
                  <a:cubicBezTo>
                    <a:pt x="6661490" y="4950362"/>
                    <a:pt x="6675530" y="4955915"/>
                    <a:pt x="6680483" y="4965659"/>
                  </a:cubicBezTo>
                  <a:cubicBezTo>
                    <a:pt x="6685064" y="4974669"/>
                    <a:pt x="6687683" y="4989595"/>
                    <a:pt x="6690474" y="4999301"/>
                  </a:cubicBezTo>
                  <a:cubicBezTo>
                    <a:pt x="6693094" y="4990300"/>
                    <a:pt x="6695913" y="4975346"/>
                    <a:pt x="6700285" y="4966649"/>
                  </a:cubicBezTo>
                  <a:cubicBezTo>
                    <a:pt x="6705533" y="4956219"/>
                    <a:pt x="6718811" y="4951657"/>
                    <a:pt x="6722955" y="4940484"/>
                  </a:cubicBezTo>
                  <a:cubicBezTo>
                    <a:pt x="6726422" y="4931112"/>
                    <a:pt x="6720573" y="4918605"/>
                    <a:pt x="6727374" y="4910433"/>
                  </a:cubicBezTo>
                  <a:cubicBezTo>
                    <a:pt x="6731813" y="4905099"/>
                    <a:pt x="6741471" y="4903746"/>
                    <a:pt x="6747234" y="4900241"/>
                  </a:cubicBezTo>
                  <a:cubicBezTo>
                    <a:pt x="6755882" y="4895002"/>
                    <a:pt x="6762350" y="4885934"/>
                    <a:pt x="6771523" y="4881705"/>
                  </a:cubicBezTo>
                  <a:cubicBezTo>
                    <a:pt x="6784829" y="4875552"/>
                    <a:pt x="6799164" y="4887325"/>
                    <a:pt x="6817757" y="4876390"/>
                  </a:cubicBezTo>
                  <a:cubicBezTo>
                    <a:pt x="6828082" y="4870323"/>
                    <a:pt x="6867173" y="4831966"/>
                    <a:pt x="6844322" y="4822441"/>
                  </a:cubicBezTo>
                  <a:cubicBezTo>
                    <a:pt x="6834397" y="4818307"/>
                    <a:pt x="6814223" y="4820079"/>
                    <a:pt x="6803336" y="4819507"/>
                  </a:cubicBezTo>
                  <a:cubicBezTo>
                    <a:pt x="6809632" y="4807772"/>
                    <a:pt x="6838417" y="4762719"/>
                    <a:pt x="6836435" y="4752070"/>
                  </a:cubicBezTo>
                  <a:cubicBezTo>
                    <a:pt x="6834683" y="4742650"/>
                    <a:pt x="6828130" y="4737354"/>
                    <a:pt x="6828396" y="4726857"/>
                  </a:cubicBezTo>
                  <a:cubicBezTo>
                    <a:pt x="6829015" y="4702816"/>
                    <a:pt x="6828968" y="4690548"/>
                    <a:pt x="6820024" y="4668403"/>
                  </a:cubicBezTo>
                  <a:cubicBezTo>
                    <a:pt x="6778009" y="4703407"/>
                    <a:pt x="6740452" y="4729658"/>
                    <a:pt x="6685740" y="4741345"/>
                  </a:cubicBezTo>
                  <a:cubicBezTo>
                    <a:pt x="6688569" y="4732639"/>
                    <a:pt x="6682740" y="4726886"/>
                    <a:pt x="6689798" y="4717799"/>
                  </a:cubicBezTo>
                  <a:cubicBezTo>
                    <a:pt x="6701695" y="4702473"/>
                    <a:pt x="6727841" y="4695920"/>
                    <a:pt x="6743576" y="4683585"/>
                  </a:cubicBezTo>
                  <a:cubicBezTo>
                    <a:pt x="6803812" y="4636360"/>
                    <a:pt x="6843551" y="4549492"/>
                    <a:pt x="6765103" y="4499962"/>
                  </a:cubicBezTo>
                  <a:close/>
                  <a:moveTo>
                    <a:pt x="3324225" y="4524375"/>
                  </a:moveTo>
                  <a:cubicBezTo>
                    <a:pt x="3290278" y="4553807"/>
                    <a:pt x="3268266" y="4595822"/>
                    <a:pt x="3233318" y="4626454"/>
                  </a:cubicBezTo>
                  <a:cubicBezTo>
                    <a:pt x="3197790" y="4657592"/>
                    <a:pt x="3154366" y="4656696"/>
                    <a:pt x="3119704" y="4682261"/>
                  </a:cubicBezTo>
                  <a:cubicBezTo>
                    <a:pt x="3072946" y="4716751"/>
                    <a:pt x="3037780" y="4766767"/>
                    <a:pt x="2991583" y="4802400"/>
                  </a:cubicBezTo>
                  <a:cubicBezTo>
                    <a:pt x="2963913" y="4823736"/>
                    <a:pt x="2885904" y="4845815"/>
                    <a:pt x="2879131" y="4852883"/>
                  </a:cubicBezTo>
                  <a:cubicBezTo>
                    <a:pt x="2868387" y="4864075"/>
                    <a:pt x="2853042" y="4952438"/>
                    <a:pt x="2846080" y="4974574"/>
                  </a:cubicBezTo>
                  <a:cubicBezTo>
                    <a:pt x="2828534" y="5030353"/>
                    <a:pt x="2791549" y="5068195"/>
                    <a:pt x="2747810" y="5105362"/>
                  </a:cubicBezTo>
                  <a:cubicBezTo>
                    <a:pt x="2692098" y="5152692"/>
                    <a:pt x="2631815" y="5189287"/>
                    <a:pt x="2572426" y="5230997"/>
                  </a:cubicBezTo>
                  <a:cubicBezTo>
                    <a:pt x="2536784" y="5256028"/>
                    <a:pt x="2503170" y="5284480"/>
                    <a:pt x="2468175" y="5310473"/>
                  </a:cubicBezTo>
                  <a:cubicBezTo>
                    <a:pt x="2422084" y="5344706"/>
                    <a:pt x="2370392" y="5372976"/>
                    <a:pt x="2344474" y="5425678"/>
                  </a:cubicBezTo>
                  <a:cubicBezTo>
                    <a:pt x="2377097" y="5428536"/>
                    <a:pt x="2410635" y="5428517"/>
                    <a:pt x="2442315" y="5438927"/>
                  </a:cubicBezTo>
                  <a:cubicBezTo>
                    <a:pt x="2470385" y="5448157"/>
                    <a:pt x="2494988" y="5463873"/>
                    <a:pt x="2524239" y="5469750"/>
                  </a:cubicBezTo>
                  <a:cubicBezTo>
                    <a:pt x="2554234" y="5475770"/>
                    <a:pt x="2587866" y="5473922"/>
                    <a:pt x="2618403" y="5474360"/>
                  </a:cubicBezTo>
                  <a:cubicBezTo>
                    <a:pt x="2783081" y="5476704"/>
                    <a:pt x="2945444" y="5427021"/>
                    <a:pt x="3106788" y="5407200"/>
                  </a:cubicBezTo>
                  <a:lnTo>
                    <a:pt x="3105531" y="5311731"/>
                  </a:lnTo>
                  <a:lnTo>
                    <a:pt x="3111417" y="5250999"/>
                  </a:lnTo>
                  <a:cubicBezTo>
                    <a:pt x="3140612" y="5077606"/>
                    <a:pt x="3295574" y="5237417"/>
                    <a:pt x="3367735" y="5255771"/>
                  </a:cubicBezTo>
                  <a:cubicBezTo>
                    <a:pt x="3380327" y="5258972"/>
                    <a:pt x="3390090" y="5245227"/>
                    <a:pt x="3402006" y="5242903"/>
                  </a:cubicBezTo>
                  <a:cubicBezTo>
                    <a:pt x="3432162" y="5237026"/>
                    <a:pt x="3465300" y="5240741"/>
                    <a:pt x="3495665" y="5243293"/>
                  </a:cubicBezTo>
                  <a:cubicBezTo>
                    <a:pt x="3478425" y="5219214"/>
                    <a:pt x="3510239" y="5250971"/>
                    <a:pt x="3490989" y="5230854"/>
                  </a:cubicBezTo>
                  <a:cubicBezTo>
                    <a:pt x="3475815" y="5214995"/>
                    <a:pt x="3454822" y="5204031"/>
                    <a:pt x="3438563" y="5189125"/>
                  </a:cubicBezTo>
                  <a:cubicBezTo>
                    <a:pt x="3407016" y="5160178"/>
                    <a:pt x="3380356" y="5123412"/>
                    <a:pt x="3359544" y="5086150"/>
                  </a:cubicBezTo>
                  <a:cubicBezTo>
                    <a:pt x="3288097" y="4958267"/>
                    <a:pt x="3277524" y="4659973"/>
                    <a:pt x="3324225" y="4524375"/>
                  </a:cubicBezTo>
                  <a:close/>
                  <a:moveTo>
                    <a:pt x="4179056" y="4548026"/>
                  </a:moveTo>
                  <a:cubicBezTo>
                    <a:pt x="4177589" y="4600118"/>
                    <a:pt x="4153233" y="4629445"/>
                    <a:pt x="4114743" y="4661211"/>
                  </a:cubicBezTo>
                  <a:cubicBezTo>
                    <a:pt x="4117981" y="4667926"/>
                    <a:pt x="4114028" y="4676013"/>
                    <a:pt x="4120706" y="4681957"/>
                  </a:cubicBezTo>
                  <a:cubicBezTo>
                    <a:pt x="4131774" y="4691815"/>
                    <a:pt x="4153138" y="4694968"/>
                    <a:pt x="4161149" y="4709179"/>
                  </a:cubicBezTo>
                  <a:cubicBezTo>
                    <a:pt x="4169150" y="4723371"/>
                    <a:pt x="4170664" y="4762786"/>
                    <a:pt x="4184685" y="4776702"/>
                  </a:cubicBezTo>
                  <a:cubicBezTo>
                    <a:pt x="4188362" y="4780350"/>
                    <a:pt x="4196144" y="4774597"/>
                    <a:pt x="4200763" y="4775683"/>
                  </a:cubicBezTo>
                  <a:cubicBezTo>
                    <a:pt x="4216965" y="4779483"/>
                    <a:pt x="4240101" y="4805705"/>
                    <a:pt x="4255218" y="4815030"/>
                  </a:cubicBezTo>
                  <a:cubicBezTo>
                    <a:pt x="4262495" y="4819517"/>
                    <a:pt x="4280754" y="4822860"/>
                    <a:pt x="4289003" y="4825070"/>
                  </a:cubicBezTo>
                  <a:cubicBezTo>
                    <a:pt x="4280011" y="4828899"/>
                    <a:pt x="4278440" y="4838976"/>
                    <a:pt x="4266743" y="4838948"/>
                  </a:cubicBezTo>
                  <a:cubicBezTo>
                    <a:pt x="4262276" y="4838938"/>
                    <a:pt x="4255160" y="4829956"/>
                    <a:pt x="4252189" y="4831642"/>
                  </a:cubicBezTo>
                  <a:cubicBezTo>
                    <a:pt x="4247655" y="4834214"/>
                    <a:pt x="4262819" y="4848558"/>
                    <a:pt x="4263952" y="4851235"/>
                  </a:cubicBezTo>
                  <a:cubicBezTo>
                    <a:pt x="4269143" y="4863436"/>
                    <a:pt x="4264028" y="4879677"/>
                    <a:pt x="4262209" y="4892240"/>
                  </a:cubicBezTo>
                  <a:cubicBezTo>
                    <a:pt x="4281221" y="4868647"/>
                    <a:pt x="4259856" y="4913624"/>
                    <a:pt x="4273667" y="4891211"/>
                  </a:cubicBezTo>
                  <a:cubicBezTo>
                    <a:pt x="4280383" y="4880305"/>
                    <a:pt x="4270839" y="4863884"/>
                    <a:pt x="4277277" y="4851940"/>
                  </a:cubicBezTo>
                  <a:cubicBezTo>
                    <a:pt x="4281059" y="4844929"/>
                    <a:pt x="4288974" y="4842577"/>
                    <a:pt x="4292251" y="4835061"/>
                  </a:cubicBezTo>
                  <a:cubicBezTo>
                    <a:pt x="4295232" y="4828184"/>
                    <a:pt x="4293594" y="4821869"/>
                    <a:pt x="4300642" y="4817183"/>
                  </a:cubicBezTo>
                  <a:cubicBezTo>
                    <a:pt x="4331875" y="4796419"/>
                    <a:pt x="4356192" y="4806867"/>
                    <a:pt x="4390854" y="4770463"/>
                  </a:cubicBezTo>
                  <a:cubicBezTo>
                    <a:pt x="4359726" y="4778035"/>
                    <a:pt x="4420514" y="4754432"/>
                    <a:pt x="4383138" y="4768625"/>
                  </a:cubicBezTo>
                  <a:cubicBezTo>
                    <a:pt x="4341457" y="4784446"/>
                    <a:pt x="4299471" y="4815230"/>
                    <a:pt x="4251722" y="4800571"/>
                  </a:cubicBezTo>
                  <a:cubicBezTo>
                    <a:pt x="4233205" y="4794885"/>
                    <a:pt x="4181065" y="4750899"/>
                    <a:pt x="4175951" y="4732201"/>
                  </a:cubicBezTo>
                  <a:cubicBezTo>
                    <a:pt x="4173398" y="4722847"/>
                    <a:pt x="4183447" y="4713818"/>
                    <a:pt x="4177503" y="4705588"/>
                  </a:cubicBezTo>
                  <a:cubicBezTo>
                    <a:pt x="4171359" y="4697082"/>
                    <a:pt x="4136803" y="4682195"/>
                    <a:pt x="4125220" y="4673594"/>
                  </a:cubicBezTo>
                  <a:cubicBezTo>
                    <a:pt x="4128106" y="4670536"/>
                    <a:pt x="4126678" y="4664754"/>
                    <a:pt x="4129630" y="4661764"/>
                  </a:cubicBezTo>
                  <a:cubicBezTo>
                    <a:pt x="4137117" y="4654182"/>
                    <a:pt x="4149100" y="4655553"/>
                    <a:pt x="4156177" y="4646419"/>
                  </a:cubicBezTo>
                  <a:cubicBezTo>
                    <a:pt x="4185390" y="4608719"/>
                    <a:pt x="4160996" y="4609367"/>
                    <a:pt x="4215784" y="4625369"/>
                  </a:cubicBezTo>
                  <a:cubicBezTo>
                    <a:pt x="4209574" y="4617958"/>
                    <a:pt x="4183904" y="4596965"/>
                    <a:pt x="4194905" y="4586802"/>
                  </a:cubicBezTo>
                  <a:cubicBezTo>
                    <a:pt x="4196448" y="4585373"/>
                    <a:pt x="4199839" y="4587116"/>
                    <a:pt x="4201068" y="4585402"/>
                  </a:cubicBezTo>
                  <a:cubicBezTo>
                    <a:pt x="4219337" y="4594955"/>
                    <a:pt x="4238263" y="4603023"/>
                    <a:pt x="4251855" y="4619196"/>
                  </a:cubicBezTo>
                  <a:cubicBezTo>
                    <a:pt x="4273972" y="4645504"/>
                    <a:pt x="4268143" y="4667602"/>
                    <a:pt x="4302557" y="4683081"/>
                  </a:cubicBezTo>
                  <a:cubicBezTo>
                    <a:pt x="4291241" y="4662821"/>
                    <a:pt x="4316511" y="4687195"/>
                    <a:pt x="4302052" y="4670765"/>
                  </a:cubicBezTo>
                  <a:cubicBezTo>
                    <a:pt x="4295804" y="4663669"/>
                    <a:pt x="4287307" y="4664469"/>
                    <a:pt x="4285936" y="4652829"/>
                  </a:cubicBezTo>
                  <a:cubicBezTo>
                    <a:pt x="4285888" y="4652448"/>
                    <a:pt x="4288660" y="4636018"/>
                    <a:pt x="4288555" y="4635960"/>
                  </a:cubicBezTo>
                  <a:cubicBezTo>
                    <a:pt x="4286098" y="4634808"/>
                    <a:pt x="4282935" y="4636980"/>
                    <a:pt x="4280421" y="4635960"/>
                  </a:cubicBezTo>
                  <a:cubicBezTo>
                    <a:pt x="4267638" y="4630779"/>
                    <a:pt x="4258732" y="4607443"/>
                    <a:pt x="4247579" y="4598432"/>
                  </a:cubicBezTo>
                  <a:lnTo>
                    <a:pt x="4179056" y="4548026"/>
                  </a:lnTo>
                  <a:close/>
                  <a:moveTo>
                    <a:pt x="3626368" y="4549969"/>
                  </a:moveTo>
                  <a:cubicBezTo>
                    <a:pt x="3634245" y="4573400"/>
                    <a:pt x="3630568" y="4542225"/>
                    <a:pt x="3634302" y="4559932"/>
                  </a:cubicBezTo>
                  <a:cubicBezTo>
                    <a:pt x="3637264" y="4573953"/>
                    <a:pt x="3620043" y="4655525"/>
                    <a:pt x="3617852" y="4677251"/>
                  </a:cubicBezTo>
                  <a:cubicBezTo>
                    <a:pt x="3614423" y="4711160"/>
                    <a:pt x="3610632" y="4744879"/>
                    <a:pt x="3610975" y="4779026"/>
                  </a:cubicBezTo>
                  <a:cubicBezTo>
                    <a:pt x="3611366" y="4817231"/>
                    <a:pt x="3618557" y="4858493"/>
                    <a:pt x="3615633" y="4896326"/>
                  </a:cubicBezTo>
                  <a:cubicBezTo>
                    <a:pt x="3613471" y="4924339"/>
                    <a:pt x="3615823" y="4878800"/>
                    <a:pt x="3609975" y="4906651"/>
                  </a:cubicBezTo>
                  <a:cubicBezTo>
                    <a:pt x="3597650" y="4890821"/>
                    <a:pt x="3587810" y="4877229"/>
                    <a:pt x="3583048" y="4856378"/>
                  </a:cubicBezTo>
                  <a:cubicBezTo>
                    <a:pt x="3566084" y="4782131"/>
                    <a:pt x="3596145" y="4620111"/>
                    <a:pt x="3626368" y="4549969"/>
                  </a:cubicBezTo>
                  <a:close/>
                  <a:moveTo>
                    <a:pt x="3095301" y="4639199"/>
                  </a:moveTo>
                  <a:cubicBezTo>
                    <a:pt x="3080118" y="4632122"/>
                    <a:pt x="3087024" y="4665126"/>
                    <a:pt x="3088491" y="4665631"/>
                  </a:cubicBezTo>
                  <a:cubicBezTo>
                    <a:pt x="3090843" y="4666450"/>
                    <a:pt x="3093101" y="4663745"/>
                    <a:pt x="3095330" y="4662630"/>
                  </a:cubicBezTo>
                  <a:cubicBezTo>
                    <a:pt x="3104683" y="4657963"/>
                    <a:pt x="3103883" y="4654753"/>
                    <a:pt x="3099235" y="4645895"/>
                  </a:cubicBezTo>
                  <a:cubicBezTo>
                    <a:pt x="3098035" y="4643599"/>
                    <a:pt x="3097644" y="4640294"/>
                    <a:pt x="3095301" y="4639199"/>
                  </a:cubicBezTo>
                  <a:close/>
                  <a:moveTo>
                    <a:pt x="5250675" y="4642028"/>
                  </a:moveTo>
                  <a:cubicBezTo>
                    <a:pt x="5390350" y="4618196"/>
                    <a:pt x="5433574" y="4906528"/>
                    <a:pt x="5289804" y="4920605"/>
                  </a:cubicBezTo>
                  <a:cubicBezTo>
                    <a:pt x="5124802" y="4936750"/>
                    <a:pt x="5135318" y="4661716"/>
                    <a:pt x="5250675" y="4642028"/>
                  </a:cubicBezTo>
                  <a:close/>
                  <a:moveTo>
                    <a:pt x="2470956" y="4689748"/>
                  </a:moveTo>
                  <a:cubicBezTo>
                    <a:pt x="2486806" y="4742383"/>
                    <a:pt x="2502037" y="4795476"/>
                    <a:pt x="2520172" y="4847406"/>
                  </a:cubicBezTo>
                  <a:cubicBezTo>
                    <a:pt x="2526078" y="4864313"/>
                    <a:pt x="2538136" y="4891145"/>
                    <a:pt x="2561539" y="4883029"/>
                  </a:cubicBezTo>
                  <a:cubicBezTo>
                    <a:pt x="2586714" y="4874285"/>
                    <a:pt x="2650398" y="4775464"/>
                    <a:pt x="2633748" y="4751699"/>
                  </a:cubicBezTo>
                  <a:cubicBezTo>
                    <a:pt x="2629719" y="4745955"/>
                    <a:pt x="2496969" y="4691472"/>
                    <a:pt x="2483187" y="4688862"/>
                  </a:cubicBezTo>
                  <a:cubicBezTo>
                    <a:pt x="2415540" y="4676070"/>
                    <a:pt x="2541584" y="4701130"/>
                    <a:pt x="2470956" y="4689748"/>
                  </a:cubicBezTo>
                  <a:close/>
                  <a:moveTo>
                    <a:pt x="3784949" y="4689510"/>
                  </a:moveTo>
                  <a:cubicBezTo>
                    <a:pt x="3773224" y="4817097"/>
                    <a:pt x="3744859" y="5101409"/>
                    <a:pt x="3803056" y="5210785"/>
                  </a:cubicBezTo>
                  <a:cubicBezTo>
                    <a:pt x="3864597" y="5326466"/>
                    <a:pt x="3945388" y="5323408"/>
                    <a:pt x="4055307" y="5356250"/>
                  </a:cubicBezTo>
                  <a:cubicBezTo>
                    <a:pt x="4079157" y="5363366"/>
                    <a:pt x="4104465" y="5367338"/>
                    <a:pt x="4127030" y="5378206"/>
                  </a:cubicBezTo>
                  <a:cubicBezTo>
                    <a:pt x="4156386" y="5392350"/>
                    <a:pt x="4182656" y="5415839"/>
                    <a:pt x="4214622" y="5424297"/>
                  </a:cubicBezTo>
                  <a:cubicBezTo>
                    <a:pt x="4232958" y="5429155"/>
                    <a:pt x="4252893" y="5428174"/>
                    <a:pt x="4271696" y="5429621"/>
                  </a:cubicBezTo>
                  <a:cubicBezTo>
                    <a:pt x="4365050" y="5436832"/>
                    <a:pt x="4457567" y="5432612"/>
                    <a:pt x="4550474" y="5422554"/>
                  </a:cubicBezTo>
                  <a:cubicBezTo>
                    <a:pt x="4532614" y="5385387"/>
                    <a:pt x="4569114" y="5444947"/>
                    <a:pt x="4549311" y="5410943"/>
                  </a:cubicBezTo>
                  <a:cubicBezTo>
                    <a:pt x="4531147" y="5379749"/>
                    <a:pt x="4462777" y="5350193"/>
                    <a:pt x="4432364" y="5327152"/>
                  </a:cubicBezTo>
                  <a:cubicBezTo>
                    <a:pt x="4392044" y="5296624"/>
                    <a:pt x="4369384" y="5259029"/>
                    <a:pt x="4336913" y="5222034"/>
                  </a:cubicBezTo>
                  <a:cubicBezTo>
                    <a:pt x="4340438" y="5255504"/>
                    <a:pt x="4353325" y="5277241"/>
                    <a:pt x="4369832" y="5305577"/>
                  </a:cubicBezTo>
                  <a:cubicBezTo>
                    <a:pt x="4329855" y="5283575"/>
                    <a:pt x="4319778" y="5248227"/>
                    <a:pt x="4290108" y="5216042"/>
                  </a:cubicBezTo>
                  <a:cubicBezTo>
                    <a:pt x="4259380" y="5182705"/>
                    <a:pt x="4220213" y="5162198"/>
                    <a:pt x="4193724" y="5124374"/>
                  </a:cubicBezTo>
                  <a:cubicBezTo>
                    <a:pt x="4144547" y="5054175"/>
                    <a:pt x="4120582" y="4970116"/>
                    <a:pt x="4076700" y="4897336"/>
                  </a:cubicBezTo>
                  <a:cubicBezTo>
                    <a:pt x="4104675" y="5040306"/>
                    <a:pt x="4155567" y="5250485"/>
                    <a:pt x="4282831" y="5338658"/>
                  </a:cubicBezTo>
                  <a:cubicBezTo>
                    <a:pt x="4309158" y="5356898"/>
                    <a:pt x="4340819" y="5365909"/>
                    <a:pt x="4370222" y="5377539"/>
                  </a:cubicBezTo>
                  <a:cubicBezTo>
                    <a:pt x="4311653" y="5388464"/>
                    <a:pt x="4432163" y="5375339"/>
                    <a:pt x="4359050" y="5383673"/>
                  </a:cubicBezTo>
                  <a:cubicBezTo>
                    <a:pt x="4321350" y="5387969"/>
                    <a:pt x="4265143" y="5366576"/>
                    <a:pt x="4234215" y="5346154"/>
                  </a:cubicBezTo>
                  <a:cubicBezTo>
                    <a:pt x="4220747" y="5337267"/>
                    <a:pt x="4208450" y="5324980"/>
                    <a:pt x="4193153" y="5319208"/>
                  </a:cubicBezTo>
                  <a:cubicBezTo>
                    <a:pt x="4125935" y="5293843"/>
                    <a:pt x="4052192" y="5304044"/>
                    <a:pt x="3988699" y="5265353"/>
                  </a:cubicBezTo>
                  <a:cubicBezTo>
                    <a:pt x="3891944" y="5206394"/>
                    <a:pt x="3845071" y="5089455"/>
                    <a:pt x="3828498" y="4982099"/>
                  </a:cubicBezTo>
                  <a:cubicBezTo>
                    <a:pt x="3822868" y="4945647"/>
                    <a:pt x="3823249" y="4908537"/>
                    <a:pt x="3817791" y="4872247"/>
                  </a:cubicBezTo>
                  <a:cubicBezTo>
                    <a:pt x="3808667" y="4811611"/>
                    <a:pt x="3797094" y="4749079"/>
                    <a:pt x="3784949" y="4689510"/>
                  </a:cubicBezTo>
                  <a:close/>
                  <a:moveTo>
                    <a:pt x="5258371" y="4687757"/>
                  </a:moveTo>
                  <a:cubicBezTo>
                    <a:pt x="5158797" y="4709017"/>
                    <a:pt x="5169046" y="4896498"/>
                    <a:pt x="5277593" y="4892697"/>
                  </a:cubicBezTo>
                  <a:cubicBezTo>
                    <a:pt x="5388197" y="4888821"/>
                    <a:pt x="5368995" y="4664145"/>
                    <a:pt x="5258371" y="4687757"/>
                  </a:cubicBezTo>
                  <a:close/>
                  <a:moveTo>
                    <a:pt x="4333875" y="4743450"/>
                  </a:moveTo>
                  <a:cubicBezTo>
                    <a:pt x="4327579" y="4743450"/>
                    <a:pt x="4319559" y="4748727"/>
                    <a:pt x="4327074" y="4752632"/>
                  </a:cubicBezTo>
                  <a:cubicBezTo>
                    <a:pt x="4338114" y="4758357"/>
                    <a:pt x="4353773" y="4743450"/>
                    <a:pt x="4333875" y="4743450"/>
                  </a:cubicBezTo>
                  <a:close/>
                  <a:moveTo>
                    <a:pt x="6619532" y="4819993"/>
                  </a:moveTo>
                  <a:cubicBezTo>
                    <a:pt x="6614512" y="4814983"/>
                    <a:pt x="6605683" y="4823812"/>
                    <a:pt x="6610693" y="4828832"/>
                  </a:cubicBezTo>
                  <a:cubicBezTo>
                    <a:pt x="6615713" y="4833842"/>
                    <a:pt x="6624542" y="4825013"/>
                    <a:pt x="6619532" y="4819993"/>
                  </a:cubicBezTo>
                  <a:close/>
                  <a:moveTo>
                    <a:pt x="4314463" y="4889583"/>
                  </a:moveTo>
                  <a:cubicBezTo>
                    <a:pt x="4294051" y="4886868"/>
                    <a:pt x="4286145" y="4915214"/>
                    <a:pt x="4268619" y="4914843"/>
                  </a:cubicBezTo>
                  <a:cubicBezTo>
                    <a:pt x="4255780" y="4914567"/>
                    <a:pt x="4251322" y="4896745"/>
                    <a:pt x="4238301" y="4894517"/>
                  </a:cubicBezTo>
                  <a:cubicBezTo>
                    <a:pt x="4214851" y="4890497"/>
                    <a:pt x="4199658" y="4912662"/>
                    <a:pt x="4206069" y="4933369"/>
                  </a:cubicBezTo>
                  <a:cubicBezTo>
                    <a:pt x="4212184" y="4953124"/>
                    <a:pt x="4247350" y="4990262"/>
                    <a:pt x="4269267" y="4991281"/>
                  </a:cubicBezTo>
                  <a:cubicBezTo>
                    <a:pt x="4288746" y="4992195"/>
                    <a:pt x="4327608" y="4960306"/>
                    <a:pt x="4338066" y="4944685"/>
                  </a:cubicBezTo>
                  <a:cubicBezTo>
                    <a:pt x="4351782" y="4924196"/>
                    <a:pt x="4339266" y="4892888"/>
                    <a:pt x="4314463" y="4889583"/>
                  </a:cubicBezTo>
                  <a:close/>
                  <a:moveTo>
                    <a:pt x="6669100" y="4925978"/>
                  </a:moveTo>
                  <a:cubicBezTo>
                    <a:pt x="6670462" y="4913795"/>
                    <a:pt x="6709210" y="4910690"/>
                    <a:pt x="6712972" y="4929178"/>
                  </a:cubicBezTo>
                  <a:cubicBezTo>
                    <a:pt x="6717335" y="4950590"/>
                    <a:pt x="6666205" y="4951933"/>
                    <a:pt x="6669100" y="4925978"/>
                  </a:cubicBezTo>
                  <a:close/>
                  <a:moveTo>
                    <a:pt x="4277239" y="4943989"/>
                  </a:moveTo>
                  <a:cubicBezTo>
                    <a:pt x="4285336" y="4935903"/>
                    <a:pt x="4289088" y="4958648"/>
                    <a:pt x="4285736" y="4962011"/>
                  </a:cubicBezTo>
                  <a:cubicBezTo>
                    <a:pt x="4277639" y="4970097"/>
                    <a:pt x="4273887" y="4947352"/>
                    <a:pt x="4277239" y="4943989"/>
                  </a:cubicBezTo>
                  <a:close/>
                  <a:moveTo>
                    <a:pt x="4248741" y="4953591"/>
                  </a:moveTo>
                  <a:cubicBezTo>
                    <a:pt x="4250407" y="4951924"/>
                    <a:pt x="4253836" y="4952219"/>
                    <a:pt x="4255818" y="4953495"/>
                  </a:cubicBezTo>
                  <a:cubicBezTo>
                    <a:pt x="4257618" y="4954638"/>
                    <a:pt x="4256589" y="4957886"/>
                    <a:pt x="4257970" y="4959506"/>
                  </a:cubicBezTo>
                  <a:cubicBezTo>
                    <a:pt x="4262714" y="4965106"/>
                    <a:pt x="4272877" y="4959096"/>
                    <a:pt x="4276334" y="4965640"/>
                  </a:cubicBezTo>
                  <a:cubicBezTo>
                    <a:pt x="4276754" y="4966449"/>
                    <a:pt x="4277020" y="4980099"/>
                    <a:pt x="4276134" y="4980984"/>
                  </a:cubicBezTo>
                  <a:cubicBezTo>
                    <a:pt x="4275220" y="4981889"/>
                    <a:pt x="4261618" y="4981585"/>
                    <a:pt x="4260790" y="4981184"/>
                  </a:cubicBezTo>
                  <a:cubicBezTo>
                    <a:pt x="4257313" y="4979489"/>
                    <a:pt x="4256503" y="4974584"/>
                    <a:pt x="4253494" y="4972145"/>
                  </a:cubicBezTo>
                  <a:cubicBezTo>
                    <a:pt x="4251960" y="4970917"/>
                    <a:pt x="4249407" y="4970707"/>
                    <a:pt x="4248541" y="4968935"/>
                  </a:cubicBezTo>
                  <a:cubicBezTo>
                    <a:pt x="4248140" y="4968107"/>
                    <a:pt x="4247836" y="4954505"/>
                    <a:pt x="4248741" y="4953591"/>
                  </a:cubicBezTo>
                  <a:close/>
                  <a:moveTo>
                    <a:pt x="6648869" y="5002816"/>
                  </a:moveTo>
                  <a:cubicBezTo>
                    <a:pt x="6574526" y="5010207"/>
                    <a:pt x="6651984" y="5110458"/>
                    <a:pt x="6697018" y="5110448"/>
                  </a:cubicBezTo>
                  <a:cubicBezTo>
                    <a:pt x="6711477" y="5110448"/>
                    <a:pt x="6729374" y="5090227"/>
                    <a:pt x="6740414" y="5081930"/>
                  </a:cubicBezTo>
                  <a:cubicBezTo>
                    <a:pt x="6752168" y="5073101"/>
                    <a:pt x="6766922" y="5061375"/>
                    <a:pt x="6770456" y="5046212"/>
                  </a:cubicBezTo>
                  <a:cubicBezTo>
                    <a:pt x="6771846" y="5040287"/>
                    <a:pt x="6772370" y="5036391"/>
                    <a:pt x="6771646" y="5030295"/>
                  </a:cubicBezTo>
                  <a:cubicBezTo>
                    <a:pt x="6764503" y="4969650"/>
                    <a:pt x="6703847" y="5026933"/>
                    <a:pt x="6697018" y="5025219"/>
                  </a:cubicBezTo>
                  <a:cubicBezTo>
                    <a:pt x="6677235" y="5020266"/>
                    <a:pt x="6673263" y="5000396"/>
                    <a:pt x="6648869" y="5002816"/>
                  </a:cubicBezTo>
                  <a:close/>
                  <a:moveTo>
                    <a:pt x="3601736" y="5010598"/>
                  </a:moveTo>
                  <a:cubicBezTo>
                    <a:pt x="3609956" y="5099323"/>
                    <a:pt x="3660029" y="5195040"/>
                    <a:pt x="3730628" y="5251523"/>
                  </a:cubicBezTo>
                  <a:cubicBezTo>
                    <a:pt x="3724675" y="5213099"/>
                    <a:pt x="3715312" y="5174275"/>
                    <a:pt x="3710207" y="5134928"/>
                  </a:cubicBezTo>
                  <a:cubicBezTo>
                    <a:pt x="3709006" y="5125726"/>
                    <a:pt x="3714531" y="5100771"/>
                    <a:pt x="3710073" y="5094361"/>
                  </a:cubicBezTo>
                  <a:cubicBezTo>
                    <a:pt x="3705292" y="5087493"/>
                    <a:pt x="3617719" y="5024190"/>
                    <a:pt x="3601736" y="5010598"/>
                  </a:cubicBezTo>
                  <a:close/>
                  <a:moveTo>
                    <a:pt x="4510221" y="5062404"/>
                  </a:moveTo>
                  <a:cubicBezTo>
                    <a:pt x="4488780" y="5142862"/>
                    <a:pt x="4482465" y="5247313"/>
                    <a:pt x="4525347" y="5325847"/>
                  </a:cubicBezTo>
                  <a:cubicBezTo>
                    <a:pt x="4532395" y="5338763"/>
                    <a:pt x="4562685" y="5388683"/>
                    <a:pt x="4577296" y="5389683"/>
                  </a:cubicBezTo>
                  <a:cubicBezTo>
                    <a:pt x="4592431" y="5390721"/>
                    <a:pt x="4611291" y="5370824"/>
                    <a:pt x="4624864" y="5364709"/>
                  </a:cubicBezTo>
                  <a:cubicBezTo>
                    <a:pt x="4645714" y="5355307"/>
                    <a:pt x="4669374" y="5352393"/>
                    <a:pt x="4691463" y="5348402"/>
                  </a:cubicBezTo>
                  <a:cubicBezTo>
                    <a:pt x="4673994" y="5336915"/>
                    <a:pt x="4654201" y="5331571"/>
                    <a:pt x="4636237" y="5320351"/>
                  </a:cubicBezTo>
                  <a:cubicBezTo>
                    <a:pt x="4520536" y="5248056"/>
                    <a:pt x="4522156" y="5186696"/>
                    <a:pt x="4510221" y="5062404"/>
                  </a:cubicBezTo>
                  <a:close/>
                  <a:moveTo>
                    <a:pt x="6715639" y="5058289"/>
                  </a:moveTo>
                  <a:cubicBezTo>
                    <a:pt x="6723736" y="5050203"/>
                    <a:pt x="6727488" y="5072948"/>
                    <a:pt x="6724136" y="5076311"/>
                  </a:cubicBezTo>
                  <a:cubicBezTo>
                    <a:pt x="6716039" y="5084397"/>
                    <a:pt x="6712287" y="5061652"/>
                    <a:pt x="6715639" y="5058289"/>
                  </a:cubicBezTo>
                  <a:close/>
                  <a:moveTo>
                    <a:pt x="5910415" y="5081435"/>
                  </a:moveTo>
                  <a:cubicBezTo>
                    <a:pt x="5766645" y="5149539"/>
                    <a:pt x="5624941" y="5226663"/>
                    <a:pt x="5474246" y="5279022"/>
                  </a:cubicBezTo>
                  <a:cubicBezTo>
                    <a:pt x="5416163" y="5299205"/>
                    <a:pt x="5351450" y="5331390"/>
                    <a:pt x="5288680" y="5328647"/>
                  </a:cubicBezTo>
                  <a:cubicBezTo>
                    <a:pt x="5191668" y="5324418"/>
                    <a:pt x="5094837" y="5242655"/>
                    <a:pt x="5003654" y="5213337"/>
                  </a:cubicBezTo>
                  <a:cubicBezTo>
                    <a:pt x="4995110" y="5303977"/>
                    <a:pt x="5023056" y="5401504"/>
                    <a:pt x="4979784" y="5486200"/>
                  </a:cubicBezTo>
                  <a:lnTo>
                    <a:pt x="4965297" y="5461625"/>
                  </a:lnTo>
                  <a:cubicBezTo>
                    <a:pt x="4955905" y="5459559"/>
                    <a:pt x="4866770" y="5489905"/>
                    <a:pt x="4863589" y="5495839"/>
                  </a:cubicBezTo>
                  <a:cubicBezTo>
                    <a:pt x="4852940" y="5515708"/>
                    <a:pt x="4891021" y="5604129"/>
                    <a:pt x="4899479" y="5627608"/>
                  </a:cubicBezTo>
                  <a:cubicBezTo>
                    <a:pt x="4913405" y="5666251"/>
                    <a:pt x="4929254" y="5717200"/>
                    <a:pt x="4960534" y="5745556"/>
                  </a:cubicBezTo>
                  <a:cubicBezTo>
                    <a:pt x="4977946" y="5761339"/>
                    <a:pt x="5000511" y="5771769"/>
                    <a:pt x="5019342" y="5785933"/>
                  </a:cubicBezTo>
                  <a:cubicBezTo>
                    <a:pt x="5049250" y="5808440"/>
                    <a:pt x="5126555" y="5884154"/>
                    <a:pt x="5138376" y="5917606"/>
                  </a:cubicBezTo>
                  <a:cubicBezTo>
                    <a:pt x="5155883" y="5967184"/>
                    <a:pt x="5122783" y="5877306"/>
                    <a:pt x="5138128" y="5929008"/>
                  </a:cubicBezTo>
                  <a:cubicBezTo>
                    <a:pt x="5079549" y="5894127"/>
                    <a:pt x="5058204" y="5828081"/>
                    <a:pt x="4991748" y="5800735"/>
                  </a:cubicBezTo>
                  <a:cubicBezTo>
                    <a:pt x="5025714" y="5863657"/>
                    <a:pt x="5073367" y="5913434"/>
                    <a:pt x="5124669" y="5962517"/>
                  </a:cubicBezTo>
                  <a:cubicBezTo>
                    <a:pt x="5138509" y="5975766"/>
                    <a:pt x="5157864" y="6003684"/>
                    <a:pt x="5178161" y="6006008"/>
                  </a:cubicBezTo>
                  <a:cubicBezTo>
                    <a:pt x="5187191" y="6007046"/>
                    <a:pt x="5351812" y="5942838"/>
                    <a:pt x="5376967" y="5934456"/>
                  </a:cubicBezTo>
                  <a:cubicBezTo>
                    <a:pt x="5563343" y="5872334"/>
                    <a:pt x="5841197" y="5753462"/>
                    <a:pt x="5966460" y="5599786"/>
                  </a:cubicBezTo>
                  <a:cubicBezTo>
                    <a:pt x="5937752" y="5566610"/>
                    <a:pt x="5896708" y="5540073"/>
                    <a:pt x="5879449" y="5498221"/>
                  </a:cubicBezTo>
                  <a:cubicBezTo>
                    <a:pt x="5834339" y="5388854"/>
                    <a:pt x="5909948" y="5197631"/>
                    <a:pt x="5910415" y="5081435"/>
                  </a:cubicBezTo>
                  <a:close/>
                  <a:moveTo>
                    <a:pt x="6677625" y="5067900"/>
                  </a:moveTo>
                  <a:cubicBezTo>
                    <a:pt x="6679311" y="5066224"/>
                    <a:pt x="6682788" y="5066471"/>
                    <a:pt x="6684759" y="5067805"/>
                  </a:cubicBezTo>
                  <a:cubicBezTo>
                    <a:pt x="6686588" y="5069043"/>
                    <a:pt x="6685664" y="5072224"/>
                    <a:pt x="6686826" y="5074110"/>
                  </a:cubicBezTo>
                  <a:cubicBezTo>
                    <a:pt x="6688064" y="5076139"/>
                    <a:pt x="6689855" y="5077835"/>
                    <a:pt x="6691770" y="5079244"/>
                  </a:cubicBezTo>
                  <a:cubicBezTo>
                    <a:pt x="6695732" y="5082178"/>
                    <a:pt x="6711353" y="5086036"/>
                    <a:pt x="6705038" y="5094837"/>
                  </a:cubicBezTo>
                  <a:cubicBezTo>
                    <a:pt x="6704009" y="5096266"/>
                    <a:pt x="6690817" y="5095875"/>
                    <a:pt x="6689989" y="5095504"/>
                  </a:cubicBezTo>
                  <a:cubicBezTo>
                    <a:pt x="6686426" y="5093903"/>
                    <a:pt x="6685559" y="5088950"/>
                    <a:pt x="6682540" y="5086474"/>
                  </a:cubicBezTo>
                  <a:cubicBezTo>
                    <a:pt x="6680997" y="5085217"/>
                    <a:pt x="6678330" y="5085140"/>
                    <a:pt x="6677435" y="5083359"/>
                  </a:cubicBezTo>
                  <a:cubicBezTo>
                    <a:pt x="6677015" y="5082530"/>
                    <a:pt x="6676701" y="5068805"/>
                    <a:pt x="6677625" y="5067900"/>
                  </a:cubicBezTo>
                  <a:close/>
                  <a:moveTo>
                    <a:pt x="6714782" y="5077168"/>
                  </a:moveTo>
                  <a:cubicBezTo>
                    <a:pt x="6719792" y="5082188"/>
                    <a:pt x="6710963" y="5091017"/>
                    <a:pt x="6705943" y="5086007"/>
                  </a:cubicBezTo>
                  <a:cubicBezTo>
                    <a:pt x="6700933" y="5080987"/>
                    <a:pt x="6709762" y="5072158"/>
                    <a:pt x="6714782" y="5077168"/>
                  </a:cubicBezTo>
                  <a:close/>
                  <a:moveTo>
                    <a:pt x="3727875" y="5100657"/>
                  </a:moveTo>
                  <a:cubicBezTo>
                    <a:pt x="3734152" y="5178552"/>
                    <a:pt x="3744611" y="5272535"/>
                    <a:pt x="3798980" y="5332409"/>
                  </a:cubicBezTo>
                  <a:cubicBezTo>
                    <a:pt x="3788169" y="5301463"/>
                    <a:pt x="3777139" y="5268554"/>
                    <a:pt x="3771471" y="5235893"/>
                  </a:cubicBezTo>
                  <a:cubicBezTo>
                    <a:pt x="3765118" y="5199336"/>
                    <a:pt x="3766214" y="5153711"/>
                    <a:pt x="3752269" y="5119202"/>
                  </a:cubicBezTo>
                  <a:cubicBezTo>
                    <a:pt x="3747735" y="5107972"/>
                    <a:pt x="3737096" y="5106276"/>
                    <a:pt x="3727875" y="5100657"/>
                  </a:cubicBezTo>
                  <a:close/>
                  <a:moveTo>
                    <a:pt x="4538901" y="5110467"/>
                  </a:moveTo>
                  <a:cubicBezTo>
                    <a:pt x="4524889" y="5200764"/>
                    <a:pt x="4582116" y="5278364"/>
                    <a:pt x="4665964" y="5310378"/>
                  </a:cubicBezTo>
                  <a:cubicBezTo>
                    <a:pt x="4613777" y="5240274"/>
                    <a:pt x="4568085" y="5197821"/>
                    <a:pt x="4538901" y="5110467"/>
                  </a:cubicBezTo>
                  <a:close/>
                  <a:moveTo>
                    <a:pt x="7095782" y="5143843"/>
                  </a:moveTo>
                  <a:cubicBezTo>
                    <a:pt x="7090762" y="5138833"/>
                    <a:pt x="7081933" y="5147662"/>
                    <a:pt x="7086943" y="5152682"/>
                  </a:cubicBezTo>
                  <a:cubicBezTo>
                    <a:pt x="7091963" y="5157692"/>
                    <a:pt x="7100792" y="5148863"/>
                    <a:pt x="7095782" y="5143843"/>
                  </a:cubicBezTo>
                  <a:close/>
                  <a:moveTo>
                    <a:pt x="7094925" y="5169313"/>
                  </a:moveTo>
                  <a:cubicBezTo>
                    <a:pt x="7056625" y="5200621"/>
                    <a:pt x="7071922" y="5240226"/>
                    <a:pt x="7075075" y="5286051"/>
                  </a:cubicBezTo>
                  <a:cubicBezTo>
                    <a:pt x="7079761" y="5354088"/>
                    <a:pt x="7085686" y="5526500"/>
                    <a:pt x="7113413" y="5583288"/>
                  </a:cubicBezTo>
                  <a:cubicBezTo>
                    <a:pt x="7128500" y="5614187"/>
                    <a:pt x="7104659" y="5562667"/>
                    <a:pt x="7123033" y="5591594"/>
                  </a:cubicBezTo>
                  <a:cubicBezTo>
                    <a:pt x="7134530" y="5578554"/>
                    <a:pt x="7172696" y="5544017"/>
                    <a:pt x="7176221" y="5529901"/>
                  </a:cubicBezTo>
                  <a:cubicBezTo>
                    <a:pt x="7180802" y="5511575"/>
                    <a:pt x="7158057" y="5451958"/>
                    <a:pt x="7153570" y="5431384"/>
                  </a:cubicBezTo>
                  <a:lnTo>
                    <a:pt x="7118633" y="5278993"/>
                  </a:lnTo>
                  <a:cubicBezTo>
                    <a:pt x="7110689" y="5242198"/>
                    <a:pt x="7109374" y="5203993"/>
                    <a:pt x="7094925" y="5169313"/>
                  </a:cubicBezTo>
                  <a:close/>
                  <a:moveTo>
                    <a:pt x="3163757" y="5466140"/>
                  </a:moveTo>
                  <a:cubicBezTo>
                    <a:pt x="3169853" y="5436222"/>
                    <a:pt x="3166691" y="5486486"/>
                    <a:pt x="3169272" y="5459768"/>
                  </a:cubicBezTo>
                  <a:cubicBezTo>
                    <a:pt x="3170615" y="5445919"/>
                    <a:pt x="3162433" y="5439032"/>
                    <a:pt x="3177883" y="5428840"/>
                  </a:cubicBezTo>
                  <a:cubicBezTo>
                    <a:pt x="3221050" y="5400380"/>
                    <a:pt x="3383147" y="5477599"/>
                    <a:pt x="3426562" y="5501745"/>
                  </a:cubicBezTo>
                  <a:cubicBezTo>
                    <a:pt x="3427743" y="5484876"/>
                    <a:pt x="3423275" y="5329190"/>
                    <a:pt x="3420304" y="5318808"/>
                  </a:cubicBezTo>
                  <a:cubicBezTo>
                    <a:pt x="3415122" y="5300748"/>
                    <a:pt x="3376708" y="5291109"/>
                    <a:pt x="3361506" y="5283403"/>
                  </a:cubicBezTo>
                  <a:cubicBezTo>
                    <a:pt x="3320596" y="5262667"/>
                    <a:pt x="3207077" y="5182448"/>
                    <a:pt x="3163243" y="5201574"/>
                  </a:cubicBezTo>
                  <a:cubicBezTo>
                    <a:pt x="3139316" y="5212013"/>
                    <a:pt x="3136354" y="5252790"/>
                    <a:pt x="3134106" y="5274869"/>
                  </a:cubicBezTo>
                  <a:cubicBezTo>
                    <a:pt x="3127962" y="5335172"/>
                    <a:pt x="3113056" y="5423535"/>
                    <a:pt x="3163757" y="5466140"/>
                  </a:cubicBezTo>
                  <a:close/>
                  <a:moveTo>
                    <a:pt x="6257201" y="5240226"/>
                  </a:moveTo>
                  <a:cubicBezTo>
                    <a:pt x="6235522" y="5264915"/>
                    <a:pt x="6234417" y="5275345"/>
                    <a:pt x="6217853" y="5302606"/>
                  </a:cubicBezTo>
                  <a:cubicBezTo>
                    <a:pt x="6183297" y="5359498"/>
                    <a:pt x="6114031" y="5457711"/>
                    <a:pt x="6052385" y="5482371"/>
                  </a:cubicBezTo>
                  <a:cubicBezTo>
                    <a:pt x="6071140" y="5421097"/>
                    <a:pt x="6110992" y="5367795"/>
                    <a:pt x="6133443" y="5308063"/>
                  </a:cubicBezTo>
                  <a:cubicBezTo>
                    <a:pt x="6081170" y="5372129"/>
                    <a:pt x="6039041" y="5398037"/>
                    <a:pt x="5960516" y="5426840"/>
                  </a:cubicBezTo>
                  <a:cubicBezTo>
                    <a:pt x="5937714" y="5435203"/>
                    <a:pt x="5895156" y="5439137"/>
                    <a:pt x="5898880" y="5471436"/>
                  </a:cubicBezTo>
                  <a:cubicBezTo>
                    <a:pt x="5901861" y="5497201"/>
                    <a:pt x="5952973" y="5575583"/>
                    <a:pt x="5982205" y="5567896"/>
                  </a:cubicBezTo>
                  <a:cubicBezTo>
                    <a:pt x="5989949" y="5565858"/>
                    <a:pt x="5996797" y="5557390"/>
                    <a:pt x="6003331" y="5553123"/>
                  </a:cubicBezTo>
                  <a:cubicBezTo>
                    <a:pt x="6026372" y="5538092"/>
                    <a:pt x="6059519" y="5517661"/>
                    <a:pt x="6086904" y="5513832"/>
                  </a:cubicBezTo>
                  <a:cubicBezTo>
                    <a:pt x="6125861" y="5508384"/>
                    <a:pt x="6176762" y="5537511"/>
                    <a:pt x="6211976" y="5552665"/>
                  </a:cubicBezTo>
                  <a:cubicBezTo>
                    <a:pt x="6345345" y="5610054"/>
                    <a:pt x="6465160" y="5692502"/>
                    <a:pt x="6594205" y="5757920"/>
                  </a:cubicBezTo>
                  <a:cubicBezTo>
                    <a:pt x="6714439" y="5818870"/>
                    <a:pt x="6841627" y="5854589"/>
                    <a:pt x="6971767" y="5886221"/>
                  </a:cubicBezTo>
                  <a:cubicBezTo>
                    <a:pt x="7044357" y="5903862"/>
                    <a:pt x="7124367" y="5937390"/>
                    <a:pt x="7197795" y="5937123"/>
                  </a:cubicBezTo>
                  <a:cubicBezTo>
                    <a:pt x="7176859" y="5896737"/>
                    <a:pt x="7154866" y="5856513"/>
                    <a:pt x="7136035" y="5814993"/>
                  </a:cubicBezTo>
                  <a:cubicBezTo>
                    <a:pt x="7116804" y="5772598"/>
                    <a:pt x="7103516" y="5727735"/>
                    <a:pt x="7084895" y="5685425"/>
                  </a:cubicBezTo>
                  <a:cubicBezTo>
                    <a:pt x="7045995" y="5698960"/>
                    <a:pt x="7006761" y="5717972"/>
                    <a:pt x="6965775" y="5721772"/>
                  </a:cubicBezTo>
                  <a:cubicBezTo>
                    <a:pt x="7005790" y="5680615"/>
                    <a:pt x="6932914" y="5748042"/>
                    <a:pt x="6973634" y="5709256"/>
                  </a:cubicBezTo>
                  <a:cubicBezTo>
                    <a:pt x="6997513" y="5686520"/>
                    <a:pt x="7060721" y="5670299"/>
                    <a:pt x="7073665" y="5638476"/>
                  </a:cubicBezTo>
                  <a:cubicBezTo>
                    <a:pt x="7078570" y="5626437"/>
                    <a:pt x="7055587" y="5548217"/>
                    <a:pt x="7051834" y="5530615"/>
                  </a:cubicBezTo>
                  <a:cubicBezTo>
                    <a:pt x="7033755" y="5445795"/>
                    <a:pt x="7020163" y="5356355"/>
                    <a:pt x="7024773" y="5269763"/>
                  </a:cubicBezTo>
                  <a:cubicBezTo>
                    <a:pt x="6950545" y="5347907"/>
                    <a:pt x="6903110" y="5482419"/>
                    <a:pt x="6789639" y="5515985"/>
                  </a:cubicBezTo>
                  <a:cubicBezTo>
                    <a:pt x="6810661" y="5482676"/>
                    <a:pt x="6774980" y="5528215"/>
                    <a:pt x="6795487" y="5500697"/>
                  </a:cubicBezTo>
                  <a:cubicBezTo>
                    <a:pt x="6810375" y="5480714"/>
                    <a:pt x="6836464" y="5466083"/>
                    <a:pt x="6853990" y="5447976"/>
                  </a:cubicBezTo>
                  <a:cubicBezTo>
                    <a:pt x="6875717" y="5425535"/>
                    <a:pt x="6894852" y="5400627"/>
                    <a:pt x="6913445" y="5375615"/>
                  </a:cubicBezTo>
                  <a:cubicBezTo>
                    <a:pt x="6878641" y="5388121"/>
                    <a:pt x="6945059" y="5352774"/>
                    <a:pt x="6902739" y="5375167"/>
                  </a:cubicBezTo>
                  <a:cubicBezTo>
                    <a:pt x="6872707" y="5391055"/>
                    <a:pt x="6845341" y="5412438"/>
                    <a:pt x="6813680" y="5426059"/>
                  </a:cubicBezTo>
                  <a:cubicBezTo>
                    <a:pt x="6784057" y="5438804"/>
                    <a:pt x="6759407" y="5432755"/>
                    <a:pt x="6720821" y="5453624"/>
                  </a:cubicBezTo>
                  <a:cubicBezTo>
                    <a:pt x="6712344" y="5458206"/>
                    <a:pt x="6661366" y="5490210"/>
                    <a:pt x="6653965" y="5483619"/>
                  </a:cubicBezTo>
                  <a:cubicBezTo>
                    <a:pt x="6650907" y="5480895"/>
                    <a:pt x="6665643" y="5452339"/>
                    <a:pt x="6667500" y="5448348"/>
                  </a:cubicBezTo>
                  <a:cubicBezTo>
                    <a:pt x="6633610" y="5473151"/>
                    <a:pt x="6594929" y="5474379"/>
                    <a:pt x="6558496" y="5492982"/>
                  </a:cubicBezTo>
                  <a:cubicBezTo>
                    <a:pt x="6487897" y="5529024"/>
                    <a:pt x="6420088" y="5598871"/>
                    <a:pt x="6337268" y="5592851"/>
                  </a:cubicBezTo>
                  <a:cubicBezTo>
                    <a:pt x="6408677" y="5522347"/>
                    <a:pt x="6468418" y="5466569"/>
                    <a:pt x="6506404" y="5369366"/>
                  </a:cubicBezTo>
                  <a:cubicBezTo>
                    <a:pt x="6512709" y="5353202"/>
                    <a:pt x="6522091" y="5335314"/>
                    <a:pt x="6523539" y="5317836"/>
                  </a:cubicBezTo>
                  <a:cubicBezTo>
                    <a:pt x="6530026" y="5239931"/>
                    <a:pt x="6517319" y="5378225"/>
                    <a:pt x="6520539" y="5301806"/>
                  </a:cubicBezTo>
                  <a:cubicBezTo>
                    <a:pt x="6486001" y="5370328"/>
                    <a:pt x="6436709" y="5440861"/>
                    <a:pt x="6381655" y="5494287"/>
                  </a:cubicBezTo>
                  <a:cubicBezTo>
                    <a:pt x="6383693" y="5458997"/>
                    <a:pt x="6370091" y="5527996"/>
                    <a:pt x="6376978" y="5488391"/>
                  </a:cubicBezTo>
                  <a:cubicBezTo>
                    <a:pt x="6377549" y="5485105"/>
                    <a:pt x="6389027" y="5464959"/>
                    <a:pt x="6386684" y="5463140"/>
                  </a:cubicBezTo>
                  <a:cubicBezTo>
                    <a:pt x="6383769" y="5460883"/>
                    <a:pt x="6370406" y="5468798"/>
                    <a:pt x="6363129" y="5462807"/>
                  </a:cubicBezTo>
                  <a:cubicBezTo>
                    <a:pt x="6348222" y="5450529"/>
                    <a:pt x="6341212" y="5431488"/>
                    <a:pt x="6328515" y="5417544"/>
                  </a:cubicBezTo>
                  <a:cubicBezTo>
                    <a:pt x="6299568" y="5385768"/>
                    <a:pt x="6347031" y="5439089"/>
                    <a:pt x="6315770" y="5409600"/>
                  </a:cubicBezTo>
                  <a:cubicBezTo>
                    <a:pt x="6263126" y="5465035"/>
                    <a:pt x="6193060" y="5504278"/>
                    <a:pt x="6115564" y="5503755"/>
                  </a:cubicBezTo>
                  <a:cubicBezTo>
                    <a:pt x="6139320" y="5486895"/>
                    <a:pt x="6168933" y="5479571"/>
                    <a:pt x="6194889" y="5463997"/>
                  </a:cubicBezTo>
                  <a:cubicBezTo>
                    <a:pt x="6212148" y="5453634"/>
                    <a:pt x="6290072" y="5369624"/>
                    <a:pt x="6291015" y="5351917"/>
                  </a:cubicBezTo>
                  <a:cubicBezTo>
                    <a:pt x="6291558" y="5341696"/>
                    <a:pt x="6281576" y="5331333"/>
                    <a:pt x="6278375" y="5321999"/>
                  </a:cubicBezTo>
                  <a:cubicBezTo>
                    <a:pt x="6269288" y="5295538"/>
                    <a:pt x="6263573" y="5267277"/>
                    <a:pt x="6257201" y="5240226"/>
                  </a:cubicBezTo>
                  <a:close/>
                  <a:moveTo>
                    <a:pt x="4851816" y="5262915"/>
                  </a:moveTo>
                  <a:cubicBezTo>
                    <a:pt x="4861979" y="5319046"/>
                    <a:pt x="4912385" y="5404390"/>
                    <a:pt x="4961573" y="5434651"/>
                  </a:cubicBezTo>
                  <a:cubicBezTo>
                    <a:pt x="4961268" y="5432793"/>
                    <a:pt x="4965316" y="5436175"/>
                    <a:pt x="4967116" y="5435651"/>
                  </a:cubicBezTo>
                  <a:cubicBezTo>
                    <a:pt x="4969831" y="5434870"/>
                    <a:pt x="4964154" y="5430831"/>
                    <a:pt x="4962373" y="5428631"/>
                  </a:cubicBezTo>
                  <a:cubicBezTo>
                    <a:pt x="4958867" y="5424297"/>
                    <a:pt x="4958925" y="5422259"/>
                    <a:pt x="4962049" y="5417344"/>
                  </a:cubicBezTo>
                  <a:cubicBezTo>
                    <a:pt x="4972202" y="5401389"/>
                    <a:pt x="4982423" y="5392512"/>
                    <a:pt x="4978117" y="5370862"/>
                  </a:cubicBezTo>
                  <a:cubicBezTo>
                    <a:pt x="4974669" y="5353526"/>
                    <a:pt x="4917224" y="5331571"/>
                    <a:pt x="4901403" y="5321894"/>
                  </a:cubicBezTo>
                  <a:cubicBezTo>
                    <a:pt x="4879619" y="5308568"/>
                    <a:pt x="4867123" y="5282622"/>
                    <a:pt x="4851816" y="5262915"/>
                  </a:cubicBezTo>
                  <a:close/>
                  <a:moveTo>
                    <a:pt x="3408121" y="5274574"/>
                  </a:moveTo>
                  <a:cubicBezTo>
                    <a:pt x="3469519" y="5305377"/>
                    <a:pt x="3361563" y="5258029"/>
                    <a:pt x="3417961" y="5283775"/>
                  </a:cubicBezTo>
                  <a:cubicBezTo>
                    <a:pt x="3429076" y="5288842"/>
                    <a:pt x="3441849" y="5284746"/>
                    <a:pt x="3449850" y="5296024"/>
                  </a:cubicBezTo>
                  <a:cubicBezTo>
                    <a:pt x="3475901" y="5332762"/>
                    <a:pt x="3490255" y="5471817"/>
                    <a:pt x="3499885" y="5520766"/>
                  </a:cubicBezTo>
                  <a:cubicBezTo>
                    <a:pt x="3513011" y="5587479"/>
                    <a:pt x="3521278" y="5656450"/>
                    <a:pt x="3537909" y="5722344"/>
                  </a:cubicBezTo>
                  <a:cubicBezTo>
                    <a:pt x="3562893" y="5821337"/>
                    <a:pt x="3593659" y="5919473"/>
                    <a:pt x="3624282" y="6016838"/>
                  </a:cubicBezTo>
                  <a:cubicBezTo>
                    <a:pt x="3639931" y="6066568"/>
                    <a:pt x="3645922" y="6118355"/>
                    <a:pt x="3668211" y="6165809"/>
                  </a:cubicBezTo>
                  <a:cubicBezTo>
                    <a:pt x="3732000" y="6301664"/>
                    <a:pt x="3837613" y="6425841"/>
                    <a:pt x="3984136" y="6474485"/>
                  </a:cubicBezTo>
                  <a:cubicBezTo>
                    <a:pt x="4004882" y="6481382"/>
                    <a:pt x="4029770" y="6490716"/>
                    <a:pt x="4051821" y="6490773"/>
                  </a:cubicBezTo>
                  <a:cubicBezTo>
                    <a:pt x="4078148" y="6490830"/>
                    <a:pt x="4099751" y="6479886"/>
                    <a:pt x="4126735" y="6487249"/>
                  </a:cubicBezTo>
                  <a:cubicBezTo>
                    <a:pt x="4155881" y="6495202"/>
                    <a:pt x="4179961" y="6516710"/>
                    <a:pt x="4209555" y="6522758"/>
                  </a:cubicBezTo>
                  <a:cubicBezTo>
                    <a:pt x="4365669" y="6554648"/>
                    <a:pt x="4543425" y="6515938"/>
                    <a:pt x="4676432" y="6428575"/>
                  </a:cubicBezTo>
                  <a:cubicBezTo>
                    <a:pt x="4722219" y="6398504"/>
                    <a:pt x="4759357" y="6360052"/>
                    <a:pt x="4800086" y="6323924"/>
                  </a:cubicBezTo>
                  <a:cubicBezTo>
                    <a:pt x="4842386" y="6286395"/>
                    <a:pt x="4886592" y="6250467"/>
                    <a:pt x="4924511" y="6208243"/>
                  </a:cubicBezTo>
                  <a:cubicBezTo>
                    <a:pt x="4979718" y="6146749"/>
                    <a:pt x="5052155" y="6058300"/>
                    <a:pt x="5127346" y="6025010"/>
                  </a:cubicBezTo>
                  <a:cubicBezTo>
                    <a:pt x="5097189" y="5983815"/>
                    <a:pt x="5061128" y="5946677"/>
                    <a:pt x="5030734" y="5905471"/>
                  </a:cubicBezTo>
                  <a:cubicBezTo>
                    <a:pt x="4907270" y="5738146"/>
                    <a:pt x="4794466" y="5542378"/>
                    <a:pt x="4838024" y="5327275"/>
                  </a:cubicBezTo>
                  <a:cubicBezTo>
                    <a:pt x="4763529" y="5332466"/>
                    <a:pt x="4687853" y="5371252"/>
                    <a:pt x="4626883" y="5414477"/>
                  </a:cubicBezTo>
                  <a:cubicBezTo>
                    <a:pt x="4565313" y="5458130"/>
                    <a:pt x="4507811" y="5511775"/>
                    <a:pt x="4428449" y="5516728"/>
                  </a:cubicBezTo>
                  <a:cubicBezTo>
                    <a:pt x="4335999" y="5522500"/>
                    <a:pt x="4269419" y="5474294"/>
                    <a:pt x="4188209" y="5440318"/>
                  </a:cubicBezTo>
                  <a:cubicBezTo>
                    <a:pt x="4134012" y="5417658"/>
                    <a:pt x="4078148" y="5399246"/>
                    <a:pt x="4021179" y="5384949"/>
                  </a:cubicBezTo>
                  <a:cubicBezTo>
                    <a:pt x="3994433" y="5378234"/>
                    <a:pt x="3966648" y="5376053"/>
                    <a:pt x="3940007" y="5368719"/>
                  </a:cubicBezTo>
                  <a:cubicBezTo>
                    <a:pt x="3899164" y="5357479"/>
                    <a:pt x="3860635" y="5336143"/>
                    <a:pt x="3820439" y="5330409"/>
                  </a:cubicBezTo>
                  <a:cubicBezTo>
                    <a:pt x="3834203" y="5381177"/>
                    <a:pt x="3865436" y="5424573"/>
                    <a:pt x="3904078" y="5460854"/>
                  </a:cubicBezTo>
                  <a:cubicBezTo>
                    <a:pt x="3917499" y="5473456"/>
                    <a:pt x="3937235" y="5483352"/>
                    <a:pt x="3948703" y="5497525"/>
                  </a:cubicBezTo>
                  <a:cubicBezTo>
                    <a:pt x="3968286" y="5521719"/>
                    <a:pt x="3934082" y="5481952"/>
                    <a:pt x="3953923" y="5510879"/>
                  </a:cubicBezTo>
                  <a:cubicBezTo>
                    <a:pt x="3911222" y="5501764"/>
                    <a:pt x="3982488" y="5522747"/>
                    <a:pt x="3943483" y="5511965"/>
                  </a:cubicBezTo>
                  <a:cubicBezTo>
                    <a:pt x="3901545" y="5500383"/>
                    <a:pt x="3824745" y="5427850"/>
                    <a:pt x="3800656" y="5391436"/>
                  </a:cubicBezTo>
                  <a:cubicBezTo>
                    <a:pt x="3785159" y="5368004"/>
                    <a:pt x="3775872" y="5336648"/>
                    <a:pt x="3754631" y="5317579"/>
                  </a:cubicBezTo>
                  <a:cubicBezTo>
                    <a:pt x="3732533" y="5297748"/>
                    <a:pt x="3693252" y="5297805"/>
                    <a:pt x="3665544" y="5293785"/>
                  </a:cubicBezTo>
                  <a:cubicBezTo>
                    <a:pt x="3602612" y="5284661"/>
                    <a:pt x="3477549" y="5251942"/>
                    <a:pt x="3419485" y="5266668"/>
                  </a:cubicBezTo>
                  <a:cubicBezTo>
                    <a:pt x="3364354" y="5280650"/>
                    <a:pt x="3458528" y="5257857"/>
                    <a:pt x="3408121" y="5274574"/>
                  </a:cubicBezTo>
                  <a:close/>
                  <a:moveTo>
                    <a:pt x="3819211" y="5267839"/>
                  </a:moveTo>
                  <a:cubicBezTo>
                    <a:pt x="3809419" y="5263267"/>
                    <a:pt x="3808628" y="5275726"/>
                    <a:pt x="3810238" y="5281460"/>
                  </a:cubicBezTo>
                  <a:cubicBezTo>
                    <a:pt x="3812534" y="5289671"/>
                    <a:pt x="3814524" y="5283556"/>
                    <a:pt x="3820049" y="5288328"/>
                  </a:cubicBezTo>
                  <a:cubicBezTo>
                    <a:pt x="3825250" y="5292814"/>
                    <a:pt x="3824335" y="5304311"/>
                    <a:pt x="3833231" y="5305006"/>
                  </a:cubicBezTo>
                  <a:cubicBezTo>
                    <a:pt x="3843052" y="5305777"/>
                    <a:pt x="3820001" y="5268211"/>
                    <a:pt x="3819211" y="5267839"/>
                  </a:cubicBezTo>
                  <a:close/>
                  <a:moveTo>
                    <a:pt x="5059432" y="5317636"/>
                  </a:moveTo>
                  <a:cubicBezTo>
                    <a:pt x="5104752" y="5363089"/>
                    <a:pt x="5125583" y="5438813"/>
                    <a:pt x="5157197" y="5496039"/>
                  </a:cubicBezTo>
                  <a:cubicBezTo>
                    <a:pt x="5171418" y="5521766"/>
                    <a:pt x="5200717" y="5551303"/>
                    <a:pt x="5207822" y="5579602"/>
                  </a:cubicBezTo>
                  <a:cubicBezTo>
                    <a:pt x="5222053" y="5636343"/>
                    <a:pt x="5196754" y="5540550"/>
                    <a:pt x="5205460" y="5591375"/>
                  </a:cubicBezTo>
                  <a:cubicBezTo>
                    <a:pt x="5146386" y="5546131"/>
                    <a:pt x="5061976" y="5407533"/>
                    <a:pt x="5056708" y="5331771"/>
                  </a:cubicBezTo>
                  <a:cubicBezTo>
                    <a:pt x="5051003" y="5249742"/>
                    <a:pt x="5061356" y="5386911"/>
                    <a:pt x="5059432" y="5317636"/>
                  </a:cubicBezTo>
                  <a:close/>
                  <a:moveTo>
                    <a:pt x="3632673" y="5348792"/>
                  </a:moveTo>
                  <a:cubicBezTo>
                    <a:pt x="3685985" y="5323351"/>
                    <a:pt x="3680155" y="5394636"/>
                    <a:pt x="3683356" y="5397513"/>
                  </a:cubicBezTo>
                  <a:cubicBezTo>
                    <a:pt x="3697691" y="5410429"/>
                    <a:pt x="3769538" y="5422449"/>
                    <a:pt x="3715598" y="5460911"/>
                  </a:cubicBezTo>
                  <a:cubicBezTo>
                    <a:pt x="3694738" y="5475780"/>
                    <a:pt x="3624424" y="5484505"/>
                    <a:pt x="3605765" y="5463454"/>
                  </a:cubicBezTo>
                  <a:cubicBezTo>
                    <a:pt x="3591316" y="5447157"/>
                    <a:pt x="3611042" y="5359117"/>
                    <a:pt x="3632673" y="5348792"/>
                  </a:cubicBezTo>
                  <a:close/>
                  <a:moveTo>
                    <a:pt x="6286824" y="5410038"/>
                  </a:moveTo>
                  <a:cubicBezTo>
                    <a:pt x="6295539" y="5400532"/>
                    <a:pt x="6305864" y="5408200"/>
                    <a:pt x="6305550" y="5389626"/>
                  </a:cubicBezTo>
                  <a:cubicBezTo>
                    <a:pt x="6305512" y="5387140"/>
                    <a:pt x="6306722" y="5383959"/>
                    <a:pt x="6304969" y="5382206"/>
                  </a:cubicBezTo>
                  <a:cubicBezTo>
                    <a:pt x="6295482" y="5372719"/>
                    <a:pt x="6296158" y="5394579"/>
                    <a:pt x="6295777" y="5395846"/>
                  </a:cubicBezTo>
                  <a:cubicBezTo>
                    <a:pt x="6291310" y="5410591"/>
                    <a:pt x="6294082" y="5390807"/>
                    <a:pt x="6286967" y="5402971"/>
                  </a:cubicBezTo>
                  <a:cubicBezTo>
                    <a:pt x="6285776" y="5404999"/>
                    <a:pt x="6287748" y="5407866"/>
                    <a:pt x="6286824" y="5410038"/>
                  </a:cubicBezTo>
                  <a:close/>
                  <a:moveTo>
                    <a:pt x="4911528" y="5444681"/>
                  </a:moveTo>
                  <a:cubicBezTo>
                    <a:pt x="4905575" y="5438365"/>
                    <a:pt x="4868466" y="5395093"/>
                    <a:pt x="4859436" y="5419058"/>
                  </a:cubicBezTo>
                  <a:cubicBezTo>
                    <a:pt x="4856893" y="5425811"/>
                    <a:pt x="4858131" y="5435489"/>
                    <a:pt x="4858426" y="5442509"/>
                  </a:cubicBezTo>
                  <a:cubicBezTo>
                    <a:pt x="4859531" y="5468779"/>
                    <a:pt x="4895993" y="5448995"/>
                    <a:pt x="4911528" y="5444681"/>
                  </a:cubicBezTo>
                  <a:close/>
                  <a:moveTo>
                    <a:pt x="2594715" y="5505364"/>
                  </a:moveTo>
                  <a:cubicBezTo>
                    <a:pt x="2634186" y="5527253"/>
                    <a:pt x="2679363" y="5537949"/>
                    <a:pt x="2722102" y="5553618"/>
                  </a:cubicBezTo>
                  <a:cubicBezTo>
                    <a:pt x="2778871" y="5574430"/>
                    <a:pt x="2833735" y="5607177"/>
                    <a:pt x="2883503" y="5641143"/>
                  </a:cubicBezTo>
                  <a:cubicBezTo>
                    <a:pt x="2953950" y="5689206"/>
                    <a:pt x="3018692" y="5745423"/>
                    <a:pt x="3081861" y="5802525"/>
                  </a:cubicBezTo>
                  <a:cubicBezTo>
                    <a:pt x="3115399" y="5832853"/>
                    <a:pt x="3145526" y="5870762"/>
                    <a:pt x="3182483" y="5894794"/>
                  </a:cubicBezTo>
                  <a:cubicBezTo>
                    <a:pt x="3180645" y="5862209"/>
                    <a:pt x="3172330" y="5816594"/>
                    <a:pt x="3184941" y="5785437"/>
                  </a:cubicBezTo>
                  <a:cubicBezTo>
                    <a:pt x="3192494" y="5766797"/>
                    <a:pt x="3216745" y="5775284"/>
                    <a:pt x="3223946" y="5758844"/>
                  </a:cubicBezTo>
                  <a:cubicBezTo>
                    <a:pt x="3239700" y="5722887"/>
                    <a:pt x="3243510" y="5648001"/>
                    <a:pt x="3236595" y="5610139"/>
                  </a:cubicBezTo>
                  <a:cubicBezTo>
                    <a:pt x="3230785" y="5578335"/>
                    <a:pt x="3216354" y="5526138"/>
                    <a:pt x="3190618" y="5504574"/>
                  </a:cubicBezTo>
                  <a:cubicBezTo>
                    <a:pt x="3175102" y="5491563"/>
                    <a:pt x="3152689" y="5495715"/>
                    <a:pt x="3136354" y="5480866"/>
                  </a:cubicBezTo>
                  <a:cubicBezTo>
                    <a:pt x="3121181" y="5467074"/>
                    <a:pt x="3117761" y="5437651"/>
                    <a:pt x="3095082" y="5434603"/>
                  </a:cubicBezTo>
                  <a:cubicBezTo>
                    <a:pt x="3030474" y="5425907"/>
                    <a:pt x="2874902" y="5473017"/>
                    <a:pt x="2801817" y="5485114"/>
                  </a:cubicBezTo>
                  <a:cubicBezTo>
                    <a:pt x="2751163" y="5493506"/>
                    <a:pt x="2700461" y="5494249"/>
                    <a:pt x="2649369" y="5497687"/>
                  </a:cubicBezTo>
                  <a:cubicBezTo>
                    <a:pt x="2633739" y="5498735"/>
                    <a:pt x="2615613" y="5496049"/>
                    <a:pt x="2600373" y="5499306"/>
                  </a:cubicBezTo>
                  <a:cubicBezTo>
                    <a:pt x="2550404" y="5509974"/>
                    <a:pt x="2635463" y="5492620"/>
                    <a:pt x="2594715" y="5505364"/>
                  </a:cubicBezTo>
                  <a:close/>
                  <a:moveTo>
                    <a:pt x="7642927" y="5443366"/>
                  </a:moveTo>
                  <a:cubicBezTo>
                    <a:pt x="7644651" y="5522566"/>
                    <a:pt x="7695752" y="5650592"/>
                    <a:pt x="7728928" y="5724011"/>
                  </a:cubicBezTo>
                  <a:cubicBezTo>
                    <a:pt x="7719974" y="5627503"/>
                    <a:pt x="7676007" y="5534206"/>
                    <a:pt x="7642927" y="5443366"/>
                  </a:cubicBezTo>
                  <a:close/>
                  <a:moveTo>
                    <a:pt x="3201638" y="5448605"/>
                  </a:moveTo>
                  <a:cubicBezTo>
                    <a:pt x="3217983" y="5516089"/>
                    <a:pt x="3266084" y="5575925"/>
                    <a:pt x="3286935" y="5643801"/>
                  </a:cubicBezTo>
                  <a:cubicBezTo>
                    <a:pt x="3299670" y="5685253"/>
                    <a:pt x="3289678" y="5731497"/>
                    <a:pt x="3290964" y="5774074"/>
                  </a:cubicBezTo>
                  <a:cubicBezTo>
                    <a:pt x="3339922" y="5777760"/>
                    <a:pt x="3386966" y="5759406"/>
                    <a:pt x="3434696" y="5748690"/>
                  </a:cubicBezTo>
                  <a:cubicBezTo>
                    <a:pt x="3421742" y="5775208"/>
                    <a:pt x="3449374" y="5738936"/>
                    <a:pt x="3434210" y="5761034"/>
                  </a:cubicBezTo>
                  <a:cubicBezTo>
                    <a:pt x="3401720" y="5808383"/>
                    <a:pt x="3260084" y="5806850"/>
                    <a:pt x="3212687" y="5794219"/>
                  </a:cubicBezTo>
                  <a:cubicBezTo>
                    <a:pt x="3202924" y="5911025"/>
                    <a:pt x="3219183" y="6074502"/>
                    <a:pt x="3327511" y="6143311"/>
                  </a:cubicBezTo>
                  <a:cubicBezTo>
                    <a:pt x="3330292" y="6132757"/>
                    <a:pt x="3329959" y="6120165"/>
                    <a:pt x="3338751" y="6112021"/>
                  </a:cubicBezTo>
                  <a:cubicBezTo>
                    <a:pt x="3373288" y="6080046"/>
                    <a:pt x="3497771" y="6071521"/>
                    <a:pt x="3541128" y="6086666"/>
                  </a:cubicBezTo>
                  <a:cubicBezTo>
                    <a:pt x="3489227" y="6133776"/>
                    <a:pt x="3590573" y="6057367"/>
                    <a:pt x="3535851" y="6100391"/>
                  </a:cubicBezTo>
                  <a:cubicBezTo>
                    <a:pt x="3524945" y="6108964"/>
                    <a:pt x="3391891" y="6115460"/>
                    <a:pt x="3365325" y="6120232"/>
                  </a:cubicBezTo>
                  <a:cubicBezTo>
                    <a:pt x="3394253" y="6153883"/>
                    <a:pt x="3337160" y="6100953"/>
                    <a:pt x="3368021" y="6131338"/>
                  </a:cubicBezTo>
                  <a:cubicBezTo>
                    <a:pt x="3374898" y="6138110"/>
                    <a:pt x="3386261" y="6139939"/>
                    <a:pt x="3393853" y="6146178"/>
                  </a:cubicBezTo>
                  <a:cubicBezTo>
                    <a:pt x="3417932" y="6165961"/>
                    <a:pt x="3428190" y="6209709"/>
                    <a:pt x="3435591" y="6237923"/>
                  </a:cubicBezTo>
                  <a:lnTo>
                    <a:pt x="3378298" y="6267240"/>
                  </a:lnTo>
                  <a:cubicBezTo>
                    <a:pt x="3381423" y="6275775"/>
                    <a:pt x="3381470" y="6282242"/>
                    <a:pt x="3386852" y="6290634"/>
                  </a:cubicBezTo>
                  <a:cubicBezTo>
                    <a:pt x="3398415" y="6308684"/>
                    <a:pt x="3466729" y="6386865"/>
                    <a:pt x="3484045" y="6389008"/>
                  </a:cubicBezTo>
                  <a:cubicBezTo>
                    <a:pt x="3516611" y="6393028"/>
                    <a:pt x="3536585" y="6355404"/>
                    <a:pt x="3562998" y="6343621"/>
                  </a:cubicBezTo>
                  <a:cubicBezTo>
                    <a:pt x="3584419" y="6334058"/>
                    <a:pt x="3681641" y="6307588"/>
                    <a:pt x="3690938" y="6293891"/>
                  </a:cubicBezTo>
                  <a:cubicBezTo>
                    <a:pt x="3694824" y="6288157"/>
                    <a:pt x="3689137" y="6283643"/>
                    <a:pt x="3687756" y="6278509"/>
                  </a:cubicBezTo>
                  <a:cubicBezTo>
                    <a:pt x="3685746" y="6271031"/>
                    <a:pt x="3695186" y="6269422"/>
                    <a:pt x="3691852" y="6259963"/>
                  </a:cubicBezTo>
                  <a:cubicBezTo>
                    <a:pt x="3684422" y="6238856"/>
                    <a:pt x="3648808" y="6191240"/>
                    <a:pt x="3633054" y="6175953"/>
                  </a:cubicBezTo>
                  <a:cubicBezTo>
                    <a:pt x="3633397" y="6210767"/>
                    <a:pt x="3643351" y="6211605"/>
                    <a:pt x="3647599" y="6238484"/>
                  </a:cubicBezTo>
                  <a:cubicBezTo>
                    <a:pt x="3655762" y="6290205"/>
                    <a:pt x="3639960" y="6202670"/>
                    <a:pt x="3641255" y="6248686"/>
                  </a:cubicBezTo>
                  <a:cubicBezTo>
                    <a:pt x="3583791" y="6183144"/>
                    <a:pt x="3619471" y="6157846"/>
                    <a:pt x="3610613" y="6083856"/>
                  </a:cubicBezTo>
                  <a:cubicBezTo>
                    <a:pt x="3605279" y="6039269"/>
                    <a:pt x="3570599" y="5918044"/>
                    <a:pt x="3552358" y="5877039"/>
                  </a:cubicBezTo>
                  <a:cubicBezTo>
                    <a:pt x="3536775" y="5841997"/>
                    <a:pt x="3562340" y="5901890"/>
                    <a:pt x="3543557" y="5869476"/>
                  </a:cubicBezTo>
                  <a:cubicBezTo>
                    <a:pt x="3527174" y="5915692"/>
                    <a:pt x="3535089" y="5938876"/>
                    <a:pt x="3542490" y="5984719"/>
                  </a:cubicBezTo>
                  <a:cubicBezTo>
                    <a:pt x="3504762" y="5944743"/>
                    <a:pt x="3495789" y="5903357"/>
                    <a:pt x="3516859" y="5850331"/>
                  </a:cubicBezTo>
                  <a:cubicBezTo>
                    <a:pt x="3521373" y="5838977"/>
                    <a:pt x="3531727" y="5827738"/>
                    <a:pt x="3533632" y="5815660"/>
                  </a:cubicBezTo>
                  <a:cubicBezTo>
                    <a:pt x="3537337" y="5792133"/>
                    <a:pt x="3514430" y="5736346"/>
                    <a:pt x="3506248" y="5714457"/>
                  </a:cubicBezTo>
                  <a:cubicBezTo>
                    <a:pt x="3487464" y="5726554"/>
                    <a:pt x="3473034" y="5735355"/>
                    <a:pt x="3452031" y="5740022"/>
                  </a:cubicBezTo>
                  <a:cubicBezTo>
                    <a:pt x="3453555" y="5736993"/>
                    <a:pt x="3451346" y="5732926"/>
                    <a:pt x="3452832" y="5729878"/>
                  </a:cubicBezTo>
                  <a:cubicBezTo>
                    <a:pt x="3462452" y="5710133"/>
                    <a:pt x="3495037" y="5705389"/>
                    <a:pt x="3501981" y="5680996"/>
                  </a:cubicBezTo>
                  <a:cubicBezTo>
                    <a:pt x="3506029" y="5666804"/>
                    <a:pt x="3497256" y="5646706"/>
                    <a:pt x="3494980" y="5632628"/>
                  </a:cubicBezTo>
                  <a:cubicBezTo>
                    <a:pt x="3491332" y="5610044"/>
                    <a:pt x="3490065" y="5577592"/>
                    <a:pt x="3474596" y="5559695"/>
                  </a:cubicBezTo>
                  <a:cubicBezTo>
                    <a:pt x="3432219" y="5510670"/>
                    <a:pt x="3265237" y="5451891"/>
                    <a:pt x="3201638" y="5448605"/>
                  </a:cubicBezTo>
                  <a:close/>
                  <a:moveTo>
                    <a:pt x="2194312" y="5536721"/>
                  </a:moveTo>
                  <a:cubicBezTo>
                    <a:pt x="2432876" y="5767778"/>
                    <a:pt x="2652970" y="6014895"/>
                    <a:pt x="2929957" y="6202261"/>
                  </a:cubicBezTo>
                  <a:cubicBezTo>
                    <a:pt x="3050505" y="6283814"/>
                    <a:pt x="3224689" y="6377702"/>
                    <a:pt x="3371783" y="6382674"/>
                  </a:cubicBezTo>
                  <a:cubicBezTo>
                    <a:pt x="3367621" y="6341612"/>
                    <a:pt x="3327387" y="6201480"/>
                    <a:pt x="3304908" y="6166676"/>
                  </a:cubicBezTo>
                  <a:cubicBezTo>
                    <a:pt x="3285935" y="6137291"/>
                    <a:pt x="3254216" y="6118574"/>
                    <a:pt x="3236309" y="6086932"/>
                  </a:cubicBezTo>
                  <a:cubicBezTo>
                    <a:pt x="3222136" y="6061891"/>
                    <a:pt x="3211963" y="6033764"/>
                    <a:pt x="3204401" y="6006046"/>
                  </a:cubicBezTo>
                  <a:cubicBezTo>
                    <a:pt x="3198914" y="5985958"/>
                    <a:pt x="3200867" y="5952268"/>
                    <a:pt x="3188294" y="5935428"/>
                  </a:cubicBezTo>
                  <a:cubicBezTo>
                    <a:pt x="3165224" y="5904538"/>
                    <a:pt x="3107598" y="5862323"/>
                    <a:pt x="3077051" y="5833510"/>
                  </a:cubicBezTo>
                  <a:cubicBezTo>
                    <a:pt x="2928385" y="5693273"/>
                    <a:pt x="2814876" y="5612044"/>
                    <a:pt x="2621280" y="5542255"/>
                  </a:cubicBezTo>
                  <a:cubicBezTo>
                    <a:pt x="2564721" y="5521871"/>
                    <a:pt x="2513543" y="5490000"/>
                    <a:pt x="2457145" y="5469931"/>
                  </a:cubicBezTo>
                  <a:cubicBezTo>
                    <a:pt x="2366896" y="5437813"/>
                    <a:pt x="2249005" y="5453501"/>
                    <a:pt x="2194312" y="5536721"/>
                  </a:cubicBezTo>
                  <a:close/>
                  <a:moveTo>
                    <a:pt x="4307805" y="5471789"/>
                  </a:moveTo>
                  <a:cubicBezTo>
                    <a:pt x="4371232" y="5490962"/>
                    <a:pt x="4441431" y="5507660"/>
                    <a:pt x="4499248" y="5466607"/>
                  </a:cubicBezTo>
                  <a:cubicBezTo>
                    <a:pt x="4470968" y="5459711"/>
                    <a:pt x="4342476" y="5465855"/>
                    <a:pt x="4307805" y="5471789"/>
                  </a:cubicBezTo>
                  <a:close/>
                  <a:moveTo>
                    <a:pt x="3456994" y="5496506"/>
                  </a:moveTo>
                  <a:cubicBezTo>
                    <a:pt x="3441297" y="5493306"/>
                    <a:pt x="3446831" y="5514461"/>
                    <a:pt x="3458261" y="5520080"/>
                  </a:cubicBezTo>
                  <a:cubicBezTo>
                    <a:pt x="3460461" y="5521166"/>
                    <a:pt x="3462709" y="5523862"/>
                    <a:pt x="3465014" y="5523014"/>
                  </a:cubicBezTo>
                  <a:cubicBezTo>
                    <a:pt x="3470158" y="5521119"/>
                    <a:pt x="3466862" y="5508184"/>
                    <a:pt x="3463795" y="5505698"/>
                  </a:cubicBezTo>
                  <a:cubicBezTo>
                    <a:pt x="3462195" y="5504402"/>
                    <a:pt x="3459270" y="5505107"/>
                    <a:pt x="3458042" y="5503450"/>
                  </a:cubicBezTo>
                  <a:cubicBezTo>
                    <a:pt x="3456651" y="5501573"/>
                    <a:pt x="3459290" y="5496973"/>
                    <a:pt x="3456994" y="5496506"/>
                  </a:cubicBezTo>
                  <a:close/>
                  <a:moveTo>
                    <a:pt x="5220833" y="6026896"/>
                  </a:moveTo>
                  <a:cubicBezTo>
                    <a:pt x="5232616" y="6032287"/>
                    <a:pt x="5243436" y="6035640"/>
                    <a:pt x="5252790" y="6045213"/>
                  </a:cubicBezTo>
                  <a:cubicBezTo>
                    <a:pt x="5286623" y="6079874"/>
                    <a:pt x="5352536" y="6223321"/>
                    <a:pt x="5374367" y="6273060"/>
                  </a:cubicBezTo>
                  <a:cubicBezTo>
                    <a:pt x="5441347" y="6425660"/>
                    <a:pt x="5541969" y="6645516"/>
                    <a:pt x="5670223" y="6750977"/>
                  </a:cubicBezTo>
                  <a:cubicBezTo>
                    <a:pt x="5728983" y="6799307"/>
                    <a:pt x="5787047" y="6831616"/>
                    <a:pt x="5863952" y="6837893"/>
                  </a:cubicBezTo>
                  <a:cubicBezTo>
                    <a:pt x="5891584" y="6840141"/>
                    <a:pt x="5920550" y="6827491"/>
                    <a:pt x="5947096" y="6832035"/>
                  </a:cubicBezTo>
                  <a:cubicBezTo>
                    <a:pt x="5964555" y="6835035"/>
                    <a:pt x="5979947" y="6846589"/>
                    <a:pt x="5997588" y="6850266"/>
                  </a:cubicBezTo>
                  <a:cubicBezTo>
                    <a:pt x="6051194" y="6861458"/>
                    <a:pt x="6112793" y="6866687"/>
                    <a:pt x="6167609" y="6866211"/>
                  </a:cubicBezTo>
                  <a:cubicBezTo>
                    <a:pt x="6219292" y="6865763"/>
                    <a:pt x="6269031" y="6844294"/>
                    <a:pt x="6319933" y="6844703"/>
                  </a:cubicBezTo>
                  <a:cubicBezTo>
                    <a:pt x="6363110" y="6845056"/>
                    <a:pt x="6403143" y="6864410"/>
                    <a:pt x="6446758" y="6855533"/>
                  </a:cubicBezTo>
                  <a:cubicBezTo>
                    <a:pt x="6492335" y="6846246"/>
                    <a:pt x="6525254" y="6803050"/>
                    <a:pt x="6566706" y="6783991"/>
                  </a:cubicBezTo>
                  <a:cubicBezTo>
                    <a:pt x="6641316" y="6749672"/>
                    <a:pt x="6710582" y="6712839"/>
                    <a:pt x="6776609" y="6663338"/>
                  </a:cubicBezTo>
                  <a:cubicBezTo>
                    <a:pt x="6835197" y="6619399"/>
                    <a:pt x="6885403" y="6560439"/>
                    <a:pt x="6935295" y="6507242"/>
                  </a:cubicBezTo>
                  <a:cubicBezTo>
                    <a:pt x="6991588" y="6447206"/>
                    <a:pt x="7050415" y="6387856"/>
                    <a:pt x="7102983" y="6324552"/>
                  </a:cubicBezTo>
                  <a:cubicBezTo>
                    <a:pt x="7171353" y="6242228"/>
                    <a:pt x="7219940" y="6138939"/>
                    <a:pt x="7300913" y="6068016"/>
                  </a:cubicBezTo>
                  <a:cubicBezTo>
                    <a:pt x="7321744" y="6049775"/>
                    <a:pt x="7347290" y="6038259"/>
                    <a:pt x="7369540" y="6022962"/>
                  </a:cubicBezTo>
                  <a:cubicBezTo>
                    <a:pt x="7299703" y="5998169"/>
                    <a:pt x="7229427" y="5985291"/>
                    <a:pt x="7157323" y="5969498"/>
                  </a:cubicBezTo>
                  <a:cubicBezTo>
                    <a:pt x="7037689" y="5943276"/>
                    <a:pt x="6921494" y="5907662"/>
                    <a:pt x="6805193" y="5870048"/>
                  </a:cubicBezTo>
                  <a:cubicBezTo>
                    <a:pt x="6740061" y="5848988"/>
                    <a:pt x="6677758" y="5841273"/>
                    <a:pt x="6616817" y="5806897"/>
                  </a:cubicBezTo>
                  <a:cubicBezTo>
                    <a:pt x="6493412" y="5737298"/>
                    <a:pt x="6368491" y="5665870"/>
                    <a:pt x="6240094" y="5605577"/>
                  </a:cubicBezTo>
                  <a:cubicBezTo>
                    <a:pt x="6221101" y="5596652"/>
                    <a:pt x="6119660" y="5544769"/>
                    <a:pt x="6105906" y="5546569"/>
                  </a:cubicBezTo>
                  <a:cubicBezTo>
                    <a:pt x="6082846" y="5549598"/>
                    <a:pt x="6035850" y="5598700"/>
                    <a:pt x="6017114" y="5614921"/>
                  </a:cubicBezTo>
                  <a:cubicBezTo>
                    <a:pt x="5956135" y="5667718"/>
                    <a:pt x="5890155" y="5713724"/>
                    <a:pt x="5823547" y="5759044"/>
                  </a:cubicBezTo>
                  <a:cubicBezTo>
                    <a:pt x="5714800" y="5833034"/>
                    <a:pt x="5542083" y="5908138"/>
                    <a:pt x="5417020" y="5951220"/>
                  </a:cubicBezTo>
                  <a:cubicBezTo>
                    <a:pt x="5381149" y="5963574"/>
                    <a:pt x="5253933" y="6000264"/>
                    <a:pt x="5231120" y="6015133"/>
                  </a:cubicBezTo>
                  <a:cubicBezTo>
                    <a:pt x="5183334" y="6046280"/>
                    <a:pt x="5268963" y="5992130"/>
                    <a:pt x="5220833" y="6026896"/>
                  </a:cubicBezTo>
                  <a:close/>
                  <a:moveTo>
                    <a:pt x="7652290" y="5576459"/>
                  </a:moveTo>
                  <a:cubicBezTo>
                    <a:pt x="7644879" y="5642839"/>
                    <a:pt x="7682779" y="5813689"/>
                    <a:pt x="7703925" y="5883164"/>
                  </a:cubicBezTo>
                  <a:cubicBezTo>
                    <a:pt x="7715555" y="5921378"/>
                    <a:pt x="7716469" y="5962374"/>
                    <a:pt x="7727937" y="6000388"/>
                  </a:cubicBezTo>
                  <a:cubicBezTo>
                    <a:pt x="7762856" y="6116098"/>
                    <a:pt x="7889986" y="6364014"/>
                    <a:pt x="7981950" y="6438452"/>
                  </a:cubicBezTo>
                  <a:cubicBezTo>
                    <a:pt x="7881699" y="6273251"/>
                    <a:pt x="7845943" y="6119393"/>
                    <a:pt x="7787973" y="5938666"/>
                  </a:cubicBezTo>
                  <a:cubicBezTo>
                    <a:pt x="7762932" y="5860609"/>
                    <a:pt x="7728947" y="5787733"/>
                    <a:pt x="7698381" y="5711885"/>
                  </a:cubicBezTo>
                  <a:cubicBezTo>
                    <a:pt x="7680636" y="5667880"/>
                    <a:pt x="7667939" y="5621084"/>
                    <a:pt x="7652290" y="5576459"/>
                  </a:cubicBezTo>
                  <a:close/>
                  <a:moveTo>
                    <a:pt x="7332878" y="5969927"/>
                  </a:moveTo>
                  <a:cubicBezTo>
                    <a:pt x="7303999" y="5905852"/>
                    <a:pt x="7270880" y="5842645"/>
                    <a:pt x="7248144" y="5775636"/>
                  </a:cubicBezTo>
                  <a:cubicBezTo>
                    <a:pt x="7228865" y="5718791"/>
                    <a:pt x="7217293" y="5660031"/>
                    <a:pt x="7197995" y="5603357"/>
                  </a:cubicBezTo>
                  <a:cubicBezTo>
                    <a:pt x="7179945" y="5611835"/>
                    <a:pt x="7138206" y="5630923"/>
                    <a:pt x="7135006" y="5654250"/>
                  </a:cubicBezTo>
                  <a:cubicBezTo>
                    <a:pt x="7132806" y="5670252"/>
                    <a:pt x="7152694" y="5715400"/>
                    <a:pt x="7158638" y="5732612"/>
                  </a:cubicBezTo>
                  <a:cubicBezTo>
                    <a:pt x="7176716" y="5784904"/>
                    <a:pt x="7229456" y="5919159"/>
                    <a:pt x="7267394" y="5953992"/>
                  </a:cubicBezTo>
                  <a:cubicBezTo>
                    <a:pt x="7282377" y="5967746"/>
                    <a:pt x="7314286" y="5967689"/>
                    <a:pt x="7332878" y="5969927"/>
                  </a:cubicBezTo>
                  <a:close/>
                  <a:moveTo>
                    <a:pt x="2067649" y="5735222"/>
                  </a:moveTo>
                  <a:cubicBezTo>
                    <a:pt x="2113331" y="5794486"/>
                    <a:pt x="2035254" y="5679557"/>
                    <a:pt x="2079393" y="5743165"/>
                  </a:cubicBezTo>
                  <a:cubicBezTo>
                    <a:pt x="2093509" y="5763511"/>
                    <a:pt x="2103387" y="5853284"/>
                    <a:pt x="2108311" y="5880973"/>
                  </a:cubicBezTo>
                  <a:cubicBezTo>
                    <a:pt x="2127113" y="5986720"/>
                    <a:pt x="2128304" y="6101048"/>
                    <a:pt x="2163575" y="6203194"/>
                  </a:cubicBezTo>
                  <a:cubicBezTo>
                    <a:pt x="2187321" y="6271955"/>
                    <a:pt x="2231260" y="6337049"/>
                    <a:pt x="2291867" y="6377921"/>
                  </a:cubicBezTo>
                  <a:cubicBezTo>
                    <a:pt x="2315851" y="6394094"/>
                    <a:pt x="2379526" y="6413354"/>
                    <a:pt x="2392280" y="6425298"/>
                  </a:cubicBezTo>
                  <a:cubicBezTo>
                    <a:pt x="2395223" y="6428061"/>
                    <a:pt x="2393594" y="6433823"/>
                    <a:pt x="2396461" y="6436671"/>
                  </a:cubicBezTo>
                  <a:cubicBezTo>
                    <a:pt x="2346646" y="6436071"/>
                    <a:pt x="2301269" y="6414726"/>
                    <a:pt x="2261549" y="6384284"/>
                  </a:cubicBezTo>
                  <a:cubicBezTo>
                    <a:pt x="2113055" y="6270450"/>
                    <a:pt x="2122522" y="6110211"/>
                    <a:pt x="2092204" y="5945753"/>
                  </a:cubicBezTo>
                  <a:cubicBezTo>
                    <a:pt x="2079708" y="5877982"/>
                    <a:pt x="2062953" y="5802840"/>
                    <a:pt x="2067649" y="5735222"/>
                  </a:cubicBezTo>
                  <a:close/>
                  <a:moveTo>
                    <a:pt x="3708006" y="5855837"/>
                  </a:moveTo>
                  <a:cubicBezTo>
                    <a:pt x="3714417" y="5822661"/>
                    <a:pt x="3747764" y="5705532"/>
                    <a:pt x="3802370" y="5756891"/>
                  </a:cubicBezTo>
                  <a:cubicBezTo>
                    <a:pt x="3822583" y="5775893"/>
                    <a:pt x="3805190" y="5785656"/>
                    <a:pt x="3813200" y="5801477"/>
                  </a:cubicBezTo>
                  <a:cubicBezTo>
                    <a:pt x="3819973" y="5814832"/>
                    <a:pt x="3844766" y="5807602"/>
                    <a:pt x="3849738" y="5834501"/>
                  </a:cubicBezTo>
                  <a:cubicBezTo>
                    <a:pt x="3863645" y="5909853"/>
                    <a:pt x="3739077" y="5869848"/>
                    <a:pt x="3708006" y="5855837"/>
                  </a:cubicBezTo>
                  <a:close/>
                  <a:moveTo>
                    <a:pt x="4794056" y="5995206"/>
                  </a:moveTo>
                  <a:cubicBezTo>
                    <a:pt x="4819136" y="5982986"/>
                    <a:pt x="4826346" y="6005503"/>
                    <a:pt x="4847282" y="6005960"/>
                  </a:cubicBezTo>
                  <a:cubicBezTo>
                    <a:pt x="4866513" y="6006370"/>
                    <a:pt x="4879981" y="5972280"/>
                    <a:pt x="4907089" y="5995578"/>
                  </a:cubicBezTo>
                  <a:cubicBezTo>
                    <a:pt x="4935293" y="6019829"/>
                    <a:pt x="4892259" y="6109668"/>
                    <a:pt x="4863360" y="6120708"/>
                  </a:cubicBezTo>
                  <a:cubicBezTo>
                    <a:pt x="4823041" y="6136100"/>
                    <a:pt x="4742069" y="6020533"/>
                    <a:pt x="4794056" y="5995206"/>
                  </a:cubicBezTo>
                  <a:close/>
                  <a:moveTo>
                    <a:pt x="3905021" y="6022305"/>
                  </a:moveTo>
                  <a:cubicBezTo>
                    <a:pt x="3920919" y="6032221"/>
                    <a:pt x="3934425" y="6046632"/>
                    <a:pt x="3950941" y="6057205"/>
                  </a:cubicBezTo>
                  <a:cubicBezTo>
                    <a:pt x="3987365" y="6080512"/>
                    <a:pt x="4049459" y="6092504"/>
                    <a:pt x="4091940" y="6085523"/>
                  </a:cubicBezTo>
                  <a:cubicBezTo>
                    <a:pt x="4106551" y="6083122"/>
                    <a:pt x="4115181" y="6066101"/>
                    <a:pt x="4125401" y="6056786"/>
                  </a:cubicBezTo>
                  <a:cubicBezTo>
                    <a:pt x="4166102" y="6019714"/>
                    <a:pt x="4229310" y="6005370"/>
                    <a:pt x="4274525" y="6043212"/>
                  </a:cubicBezTo>
                  <a:cubicBezTo>
                    <a:pt x="4317254" y="6078979"/>
                    <a:pt x="4303138" y="6108659"/>
                    <a:pt x="4314292" y="6154664"/>
                  </a:cubicBezTo>
                  <a:cubicBezTo>
                    <a:pt x="4318806" y="6173276"/>
                    <a:pt x="4332465" y="6189897"/>
                    <a:pt x="4339133" y="6206881"/>
                  </a:cubicBezTo>
                  <a:cubicBezTo>
                    <a:pt x="4324636" y="6211976"/>
                    <a:pt x="4300433" y="6214805"/>
                    <a:pt x="4288603" y="6224187"/>
                  </a:cubicBezTo>
                  <a:cubicBezTo>
                    <a:pt x="4278478" y="6232217"/>
                    <a:pt x="4272772" y="6249972"/>
                    <a:pt x="4265266" y="6260554"/>
                  </a:cubicBezTo>
                  <a:cubicBezTo>
                    <a:pt x="4233872" y="6304855"/>
                    <a:pt x="4184704" y="6346698"/>
                    <a:pt x="4128726" y="6352918"/>
                  </a:cubicBezTo>
                  <a:cubicBezTo>
                    <a:pt x="4076052" y="6358766"/>
                    <a:pt x="4013035" y="6338773"/>
                    <a:pt x="3972487" y="6304493"/>
                  </a:cubicBezTo>
                  <a:cubicBezTo>
                    <a:pt x="3930520" y="6269031"/>
                    <a:pt x="3881133" y="6174486"/>
                    <a:pt x="3875589" y="6120241"/>
                  </a:cubicBezTo>
                  <a:cubicBezTo>
                    <a:pt x="3871970" y="6084808"/>
                    <a:pt x="3883343" y="6048404"/>
                    <a:pt x="3905021" y="6022305"/>
                  </a:cubicBezTo>
                  <a:close/>
                  <a:moveTo>
                    <a:pt x="7259869" y="6244247"/>
                  </a:moveTo>
                  <a:cubicBezTo>
                    <a:pt x="7307713" y="6256753"/>
                    <a:pt x="7358939" y="6263154"/>
                    <a:pt x="7406392" y="6278537"/>
                  </a:cubicBezTo>
                  <a:cubicBezTo>
                    <a:pt x="7424976" y="6284557"/>
                    <a:pt x="7459694" y="6309008"/>
                    <a:pt x="7479182" y="6303635"/>
                  </a:cubicBezTo>
                  <a:cubicBezTo>
                    <a:pt x="7504271" y="6296720"/>
                    <a:pt x="7526131" y="6270565"/>
                    <a:pt x="7550744" y="6260354"/>
                  </a:cubicBezTo>
                  <a:cubicBezTo>
                    <a:pt x="7564860" y="6254496"/>
                    <a:pt x="7576547" y="6270546"/>
                    <a:pt x="7588320" y="6263850"/>
                  </a:cubicBezTo>
                  <a:cubicBezTo>
                    <a:pt x="7605274" y="6254210"/>
                    <a:pt x="7616342" y="6187650"/>
                    <a:pt x="7622781" y="6168352"/>
                  </a:cubicBezTo>
                  <a:cubicBezTo>
                    <a:pt x="7629801" y="6147321"/>
                    <a:pt x="7664815" y="6065377"/>
                    <a:pt x="7653795" y="6048242"/>
                  </a:cubicBezTo>
                  <a:cubicBezTo>
                    <a:pt x="7637878" y="6023505"/>
                    <a:pt x="7545400" y="6043317"/>
                    <a:pt x="7518816" y="6047032"/>
                  </a:cubicBezTo>
                  <a:cubicBezTo>
                    <a:pt x="7487812" y="6051356"/>
                    <a:pt x="7457580" y="6060424"/>
                    <a:pt x="7426585" y="6065129"/>
                  </a:cubicBezTo>
                  <a:cubicBezTo>
                    <a:pt x="7293026" y="6085408"/>
                    <a:pt x="7274328" y="6109449"/>
                    <a:pt x="7259869" y="6244247"/>
                  </a:cubicBezTo>
                  <a:close/>
                  <a:moveTo>
                    <a:pt x="4129183" y="6112593"/>
                  </a:moveTo>
                  <a:cubicBezTo>
                    <a:pt x="4090988" y="6102363"/>
                    <a:pt x="4051935" y="6110021"/>
                    <a:pt x="4012959" y="6103344"/>
                  </a:cubicBezTo>
                  <a:cubicBezTo>
                    <a:pt x="3978450" y="6097429"/>
                    <a:pt x="3953304" y="6078055"/>
                    <a:pt x="3922614" y="6064720"/>
                  </a:cubicBezTo>
                  <a:cubicBezTo>
                    <a:pt x="3894830" y="6052652"/>
                    <a:pt x="3941035" y="6074683"/>
                    <a:pt x="3909536" y="6065387"/>
                  </a:cubicBezTo>
                  <a:cubicBezTo>
                    <a:pt x="3904755" y="6089618"/>
                    <a:pt x="3895630" y="6126690"/>
                    <a:pt x="3927881" y="6137967"/>
                  </a:cubicBezTo>
                  <a:cubicBezTo>
                    <a:pt x="3937597" y="6141358"/>
                    <a:pt x="4036676" y="6115221"/>
                    <a:pt x="4083749" y="6124070"/>
                  </a:cubicBezTo>
                  <a:cubicBezTo>
                    <a:pt x="4117886" y="6130490"/>
                    <a:pt x="4167588" y="6163285"/>
                    <a:pt x="4158586" y="6204842"/>
                  </a:cubicBezTo>
                  <a:cubicBezTo>
                    <a:pt x="4154519" y="6223616"/>
                    <a:pt x="4137498" y="6234817"/>
                    <a:pt x="4121553" y="6242771"/>
                  </a:cubicBezTo>
                  <a:cubicBezTo>
                    <a:pt x="4034952" y="6285919"/>
                    <a:pt x="3982707" y="6193279"/>
                    <a:pt x="3916794" y="6157922"/>
                  </a:cubicBezTo>
                  <a:cubicBezTo>
                    <a:pt x="3966229" y="6314084"/>
                    <a:pt x="4145928" y="6409687"/>
                    <a:pt x="4250617" y="6239570"/>
                  </a:cubicBezTo>
                  <a:cubicBezTo>
                    <a:pt x="4266428" y="6213881"/>
                    <a:pt x="4264476" y="6191012"/>
                    <a:pt x="4269448" y="6162951"/>
                  </a:cubicBezTo>
                  <a:cubicBezTo>
                    <a:pt x="4271620" y="6150693"/>
                    <a:pt x="4282821" y="6143492"/>
                    <a:pt x="4284297" y="6130528"/>
                  </a:cubicBezTo>
                  <a:cubicBezTo>
                    <a:pt x="4295251" y="6034145"/>
                    <a:pt x="4158053" y="6017324"/>
                    <a:pt x="4129183" y="6112593"/>
                  </a:cubicBezTo>
                  <a:close/>
                  <a:moveTo>
                    <a:pt x="5033753" y="6267136"/>
                  </a:moveTo>
                  <a:cubicBezTo>
                    <a:pt x="5042926" y="6261849"/>
                    <a:pt x="5055108" y="6252753"/>
                    <a:pt x="5065395" y="6250076"/>
                  </a:cubicBezTo>
                  <a:cubicBezTo>
                    <a:pt x="5079759" y="6246324"/>
                    <a:pt x="5096370" y="6261373"/>
                    <a:pt x="5108562" y="6252296"/>
                  </a:cubicBezTo>
                  <a:cubicBezTo>
                    <a:pt x="5122488" y="6241923"/>
                    <a:pt x="5133623" y="6226140"/>
                    <a:pt x="5146272" y="6214205"/>
                  </a:cubicBezTo>
                  <a:cubicBezTo>
                    <a:pt x="5186239" y="6176467"/>
                    <a:pt x="5233530" y="6163770"/>
                    <a:pt x="5285784" y="6177915"/>
                  </a:cubicBezTo>
                  <a:cubicBezTo>
                    <a:pt x="5272249" y="6141139"/>
                    <a:pt x="5247837" y="6071835"/>
                    <a:pt x="5208022" y="6054995"/>
                  </a:cubicBezTo>
                  <a:cubicBezTo>
                    <a:pt x="5193830" y="6048994"/>
                    <a:pt x="5177028" y="6050347"/>
                    <a:pt x="5162026" y="6051394"/>
                  </a:cubicBezTo>
                  <a:cubicBezTo>
                    <a:pt x="5091093" y="6056376"/>
                    <a:pt x="5096094" y="6087989"/>
                    <a:pt x="5051574" y="6127366"/>
                  </a:cubicBezTo>
                  <a:cubicBezTo>
                    <a:pt x="5037420" y="6139882"/>
                    <a:pt x="5006026" y="6154198"/>
                    <a:pt x="5002530" y="6174467"/>
                  </a:cubicBezTo>
                  <a:cubicBezTo>
                    <a:pt x="4996625" y="6208662"/>
                    <a:pt x="5012760" y="6242933"/>
                    <a:pt x="5033753" y="6267136"/>
                  </a:cubicBezTo>
                  <a:close/>
                  <a:moveTo>
                    <a:pt x="7021344" y="6087094"/>
                  </a:moveTo>
                  <a:cubicBezTo>
                    <a:pt x="7094087" y="6057043"/>
                    <a:pt x="7068217" y="6218349"/>
                    <a:pt x="7034822" y="6222444"/>
                  </a:cubicBezTo>
                  <a:cubicBezTo>
                    <a:pt x="7005076" y="6226092"/>
                    <a:pt x="6913893" y="6181134"/>
                    <a:pt x="6936657" y="6135519"/>
                  </a:cubicBezTo>
                  <a:cubicBezTo>
                    <a:pt x="6952650" y="6103449"/>
                    <a:pt x="6980853" y="6131443"/>
                    <a:pt x="6993922" y="6119736"/>
                  </a:cubicBezTo>
                  <a:cubicBezTo>
                    <a:pt x="7004485" y="6110278"/>
                    <a:pt x="7006561" y="6093209"/>
                    <a:pt x="7021344" y="6087094"/>
                  </a:cubicBezTo>
                  <a:close/>
                  <a:moveTo>
                    <a:pt x="4231357" y="6098600"/>
                  </a:moveTo>
                  <a:cubicBezTo>
                    <a:pt x="4258618" y="6085351"/>
                    <a:pt x="4274382" y="6124089"/>
                    <a:pt x="4249322" y="6138024"/>
                  </a:cubicBezTo>
                  <a:cubicBezTo>
                    <a:pt x="4228290" y="6149711"/>
                    <a:pt x="4209431" y="6109249"/>
                    <a:pt x="4231357" y="6098600"/>
                  </a:cubicBezTo>
                  <a:close/>
                  <a:moveTo>
                    <a:pt x="3962067" y="6155188"/>
                  </a:moveTo>
                  <a:cubicBezTo>
                    <a:pt x="3997604" y="6195098"/>
                    <a:pt x="4050859" y="6253629"/>
                    <a:pt x="4110495" y="6219187"/>
                  </a:cubicBezTo>
                  <a:cubicBezTo>
                    <a:pt x="4118686" y="6214453"/>
                    <a:pt x="4132564" y="6207004"/>
                    <a:pt x="4134526" y="6196679"/>
                  </a:cubicBezTo>
                  <a:cubicBezTo>
                    <a:pt x="4136384" y="6186897"/>
                    <a:pt x="4129802" y="6178134"/>
                    <a:pt x="4124068" y="6171067"/>
                  </a:cubicBezTo>
                  <a:cubicBezTo>
                    <a:pt x="4084501" y="6122375"/>
                    <a:pt x="4013864" y="6145406"/>
                    <a:pt x="3962067" y="6155188"/>
                  </a:cubicBezTo>
                  <a:close/>
                  <a:moveTo>
                    <a:pt x="5517185" y="6146444"/>
                  </a:moveTo>
                  <a:cubicBezTo>
                    <a:pt x="5550418" y="6139967"/>
                    <a:pt x="5548817" y="6168238"/>
                    <a:pt x="5569887" y="6173962"/>
                  </a:cubicBezTo>
                  <a:cubicBezTo>
                    <a:pt x="5588060" y="6178896"/>
                    <a:pt x="5604977" y="6162780"/>
                    <a:pt x="5621665" y="6179877"/>
                  </a:cubicBezTo>
                  <a:cubicBezTo>
                    <a:pt x="5666299" y="6225588"/>
                    <a:pt x="5563276" y="6296692"/>
                    <a:pt x="5522919" y="6290281"/>
                  </a:cubicBezTo>
                  <a:cubicBezTo>
                    <a:pt x="5492944" y="6285509"/>
                    <a:pt x="5462045" y="6157189"/>
                    <a:pt x="5517185" y="6146444"/>
                  </a:cubicBezTo>
                  <a:close/>
                  <a:moveTo>
                    <a:pt x="5357927" y="6673310"/>
                  </a:moveTo>
                  <a:cubicBezTo>
                    <a:pt x="5369928" y="6665690"/>
                    <a:pt x="5380139" y="6659108"/>
                    <a:pt x="5389731" y="6648031"/>
                  </a:cubicBezTo>
                  <a:cubicBezTo>
                    <a:pt x="5403542" y="6632077"/>
                    <a:pt x="5458606" y="6540617"/>
                    <a:pt x="5456958" y="6524939"/>
                  </a:cubicBezTo>
                  <a:cubicBezTo>
                    <a:pt x="5455758" y="6513547"/>
                    <a:pt x="5383711" y="6381512"/>
                    <a:pt x="5373033" y="6365948"/>
                  </a:cubicBezTo>
                  <a:cubicBezTo>
                    <a:pt x="5351536" y="6386055"/>
                    <a:pt x="5337705" y="6412982"/>
                    <a:pt x="5318389" y="6435033"/>
                  </a:cubicBezTo>
                  <a:cubicBezTo>
                    <a:pt x="5314340" y="6352604"/>
                    <a:pt x="5314779" y="6510957"/>
                    <a:pt x="5313797" y="6420783"/>
                  </a:cubicBezTo>
                  <a:cubicBezTo>
                    <a:pt x="5313436" y="6387198"/>
                    <a:pt x="5355060" y="6363414"/>
                    <a:pt x="5354841" y="6331839"/>
                  </a:cubicBezTo>
                  <a:cubicBezTo>
                    <a:pt x="5354679" y="6308712"/>
                    <a:pt x="5319674" y="6254829"/>
                    <a:pt x="5309140" y="6231312"/>
                  </a:cubicBezTo>
                  <a:cubicBezTo>
                    <a:pt x="5263610" y="6241428"/>
                    <a:pt x="5242570" y="6270555"/>
                    <a:pt x="5204536" y="6281376"/>
                  </a:cubicBezTo>
                  <a:cubicBezTo>
                    <a:pt x="5221900" y="6255191"/>
                    <a:pt x="5243417" y="6235665"/>
                    <a:pt x="5267049" y="6215110"/>
                  </a:cubicBezTo>
                  <a:cubicBezTo>
                    <a:pt x="5224872" y="6214110"/>
                    <a:pt x="5138204" y="6219996"/>
                    <a:pt x="5161016" y="6289034"/>
                  </a:cubicBezTo>
                  <a:cubicBezTo>
                    <a:pt x="5170837" y="6318752"/>
                    <a:pt x="5205051" y="6334639"/>
                    <a:pt x="5207346" y="6368463"/>
                  </a:cubicBezTo>
                  <a:cubicBezTo>
                    <a:pt x="5208556" y="6386341"/>
                    <a:pt x="5197173" y="6402010"/>
                    <a:pt x="5194764" y="6419383"/>
                  </a:cubicBezTo>
                  <a:cubicBezTo>
                    <a:pt x="5187401" y="6472533"/>
                    <a:pt x="5208175" y="6547523"/>
                    <a:pt x="5238998" y="6591357"/>
                  </a:cubicBezTo>
                  <a:cubicBezTo>
                    <a:pt x="5250685" y="6607978"/>
                    <a:pt x="5278631" y="6636058"/>
                    <a:pt x="5301501" y="6633172"/>
                  </a:cubicBezTo>
                  <a:cubicBezTo>
                    <a:pt x="5310359" y="6632057"/>
                    <a:pt x="5316388" y="6628486"/>
                    <a:pt x="5325504" y="6632419"/>
                  </a:cubicBezTo>
                  <a:cubicBezTo>
                    <a:pt x="5340582" y="6638925"/>
                    <a:pt x="5349564" y="6660309"/>
                    <a:pt x="5357927" y="6673310"/>
                  </a:cubicBezTo>
                  <a:close/>
                  <a:moveTo>
                    <a:pt x="4631379" y="6215148"/>
                  </a:moveTo>
                  <a:cubicBezTo>
                    <a:pt x="4643495" y="6212710"/>
                    <a:pt x="4653153" y="6215901"/>
                    <a:pt x="4661773" y="6225007"/>
                  </a:cubicBezTo>
                  <a:cubicBezTo>
                    <a:pt x="4699340" y="6264726"/>
                    <a:pt x="4612110" y="6350460"/>
                    <a:pt x="4592650" y="6347479"/>
                  </a:cubicBezTo>
                  <a:cubicBezTo>
                    <a:pt x="4563142" y="6342936"/>
                    <a:pt x="4517631" y="6264126"/>
                    <a:pt x="4539834" y="6237570"/>
                  </a:cubicBezTo>
                  <a:cubicBezTo>
                    <a:pt x="4562713" y="6210195"/>
                    <a:pt x="4579058" y="6239294"/>
                    <a:pt x="4598518" y="6237751"/>
                  </a:cubicBezTo>
                  <a:cubicBezTo>
                    <a:pt x="4611157" y="6236751"/>
                    <a:pt x="4617558" y="6217939"/>
                    <a:pt x="4631379" y="6215148"/>
                  </a:cubicBezTo>
                  <a:close/>
                  <a:moveTo>
                    <a:pt x="4962906" y="6217987"/>
                  </a:moveTo>
                  <a:cubicBezTo>
                    <a:pt x="4944180" y="6233008"/>
                    <a:pt x="4859131" y="6302188"/>
                    <a:pt x="4853111" y="6320180"/>
                  </a:cubicBezTo>
                  <a:cubicBezTo>
                    <a:pt x="4841634" y="6354470"/>
                    <a:pt x="4853921" y="6396047"/>
                    <a:pt x="4841091" y="6430023"/>
                  </a:cubicBezTo>
                  <a:cubicBezTo>
                    <a:pt x="4823270" y="6477248"/>
                    <a:pt x="4852321" y="6397666"/>
                    <a:pt x="4833204" y="6439910"/>
                  </a:cubicBezTo>
                  <a:cubicBezTo>
                    <a:pt x="4822174" y="6415097"/>
                    <a:pt x="4822955" y="6403562"/>
                    <a:pt x="4815116" y="6380769"/>
                  </a:cubicBezTo>
                  <a:cubicBezTo>
                    <a:pt x="4807248" y="6357852"/>
                    <a:pt x="4819983" y="6400038"/>
                    <a:pt x="4809077" y="6378092"/>
                  </a:cubicBezTo>
                  <a:cubicBezTo>
                    <a:pt x="4774835" y="6401229"/>
                    <a:pt x="4735668" y="6418774"/>
                    <a:pt x="4706664" y="6447187"/>
                  </a:cubicBezTo>
                  <a:cubicBezTo>
                    <a:pt x="4720019" y="6464694"/>
                    <a:pt x="4731877" y="6481601"/>
                    <a:pt x="4741821" y="6501241"/>
                  </a:cubicBezTo>
                  <a:cubicBezTo>
                    <a:pt x="4681128" y="6483029"/>
                    <a:pt x="4797923" y="6526197"/>
                    <a:pt x="4731068" y="6502346"/>
                  </a:cubicBezTo>
                  <a:cubicBezTo>
                    <a:pt x="4711589" y="6495393"/>
                    <a:pt x="4700397" y="6469818"/>
                    <a:pt x="4678909" y="6463446"/>
                  </a:cubicBezTo>
                  <a:cubicBezTo>
                    <a:pt x="4672298" y="6461484"/>
                    <a:pt x="4664878" y="6466103"/>
                    <a:pt x="4659154" y="6468713"/>
                  </a:cubicBezTo>
                  <a:cubicBezTo>
                    <a:pt x="4621768" y="6485773"/>
                    <a:pt x="4602099" y="6525816"/>
                    <a:pt x="4582697" y="6560915"/>
                  </a:cubicBezTo>
                  <a:cubicBezTo>
                    <a:pt x="4578306" y="6568859"/>
                    <a:pt x="4574124" y="6580756"/>
                    <a:pt x="4567218" y="6586890"/>
                  </a:cubicBezTo>
                  <a:cubicBezTo>
                    <a:pt x="4532128" y="6618056"/>
                    <a:pt x="4593393" y="6560934"/>
                    <a:pt x="4554274" y="6590538"/>
                  </a:cubicBezTo>
                  <a:cubicBezTo>
                    <a:pt x="4559075" y="6565230"/>
                    <a:pt x="4566228" y="6540389"/>
                    <a:pt x="4573514" y="6515443"/>
                  </a:cubicBezTo>
                  <a:cubicBezTo>
                    <a:pt x="4506020" y="6524749"/>
                    <a:pt x="4440422" y="6552848"/>
                    <a:pt x="4372623" y="6563449"/>
                  </a:cubicBezTo>
                  <a:cubicBezTo>
                    <a:pt x="4357002" y="6565887"/>
                    <a:pt x="4300804" y="6548047"/>
                    <a:pt x="4288879" y="6561277"/>
                  </a:cubicBezTo>
                  <a:cubicBezTo>
                    <a:pt x="4268534" y="6583832"/>
                    <a:pt x="4284726" y="6650993"/>
                    <a:pt x="4269553" y="6679454"/>
                  </a:cubicBezTo>
                  <a:cubicBezTo>
                    <a:pt x="4249064" y="6717868"/>
                    <a:pt x="4285355" y="6646697"/>
                    <a:pt x="4260094" y="6688188"/>
                  </a:cubicBezTo>
                  <a:cubicBezTo>
                    <a:pt x="4229491" y="6622504"/>
                    <a:pt x="4275496" y="6741281"/>
                    <a:pt x="4250236" y="6679711"/>
                  </a:cubicBezTo>
                  <a:cubicBezTo>
                    <a:pt x="4236006" y="6645021"/>
                    <a:pt x="4268295" y="6599282"/>
                    <a:pt x="4256484" y="6563754"/>
                  </a:cubicBezTo>
                  <a:cubicBezTo>
                    <a:pt x="4255294" y="6560172"/>
                    <a:pt x="4250112" y="6558934"/>
                    <a:pt x="4248874" y="6555372"/>
                  </a:cubicBezTo>
                  <a:cubicBezTo>
                    <a:pt x="4187923" y="6592662"/>
                    <a:pt x="4288384" y="6520586"/>
                    <a:pt x="4234882" y="6556010"/>
                  </a:cubicBezTo>
                  <a:cubicBezTo>
                    <a:pt x="4229700" y="6559439"/>
                    <a:pt x="4231872" y="6568916"/>
                    <a:pt x="4225347" y="6570526"/>
                  </a:cubicBezTo>
                  <a:cubicBezTo>
                    <a:pt x="4210402" y="6574203"/>
                    <a:pt x="4140498" y="6495498"/>
                    <a:pt x="4093769" y="6511538"/>
                  </a:cubicBezTo>
                  <a:cubicBezTo>
                    <a:pt x="4019950" y="6536884"/>
                    <a:pt x="3982536" y="6645297"/>
                    <a:pt x="3926043" y="6694599"/>
                  </a:cubicBezTo>
                  <a:cubicBezTo>
                    <a:pt x="3932530" y="6652012"/>
                    <a:pt x="3911670" y="6729022"/>
                    <a:pt x="3924262" y="6680540"/>
                  </a:cubicBezTo>
                  <a:cubicBezTo>
                    <a:pt x="3940159" y="6619294"/>
                    <a:pt x="3995461" y="6566259"/>
                    <a:pt x="4034304" y="6518872"/>
                  </a:cubicBezTo>
                  <a:cubicBezTo>
                    <a:pt x="4001510" y="6509528"/>
                    <a:pt x="3969353" y="6499679"/>
                    <a:pt x="3938749" y="6484220"/>
                  </a:cubicBezTo>
                  <a:cubicBezTo>
                    <a:pt x="3914775" y="6472104"/>
                    <a:pt x="3892229" y="6453921"/>
                    <a:pt x="3867369" y="6443967"/>
                  </a:cubicBezTo>
                  <a:cubicBezTo>
                    <a:pt x="3825240" y="6427099"/>
                    <a:pt x="3892658" y="6454845"/>
                    <a:pt x="3852243" y="6443291"/>
                  </a:cubicBezTo>
                  <a:cubicBezTo>
                    <a:pt x="3874141" y="6487401"/>
                    <a:pt x="3905688" y="6522310"/>
                    <a:pt x="3934149" y="6560782"/>
                  </a:cubicBezTo>
                  <a:cubicBezTo>
                    <a:pt x="3872989" y="6542132"/>
                    <a:pt x="3989070" y="6585861"/>
                    <a:pt x="3919490" y="6560306"/>
                  </a:cubicBezTo>
                  <a:cubicBezTo>
                    <a:pt x="3855406" y="6536760"/>
                    <a:pt x="3840347" y="6453464"/>
                    <a:pt x="3806542" y="6403696"/>
                  </a:cubicBezTo>
                  <a:cubicBezTo>
                    <a:pt x="3790512" y="6380102"/>
                    <a:pt x="3767947" y="6359938"/>
                    <a:pt x="3747526" y="6340231"/>
                  </a:cubicBezTo>
                  <a:cubicBezTo>
                    <a:pt x="3738963" y="6331963"/>
                    <a:pt x="3728342" y="6317037"/>
                    <a:pt x="3715960" y="6314637"/>
                  </a:cubicBezTo>
                  <a:cubicBezTo>
                    <a:pt x="3692414" y="6310065"/>
                    <a:pt x="3662991" y="6336421"/>
                    <a:pt x="3641979" y="6344888"/>
                  </a:cubicBezTo>
                  <a:cubicBezTo>
                    <a:pt x="3612785" y="6356652"/>
                    <a:pt x="3581295" y="6362205"/>
                    <a:pt x="3551825" y="6373197"/>
                  </a:cubicBezTo>
                  <a:cubicBezTo>
                    <a:pt x="3521021" y="6384684"/>
                    <a:pt x="3570275" y="6367015"/>
                    <a:pt x="3542024" y="6381560"/>
                  </a:cubicBezTo>
                  <a:cubicBezTo>
                    <a:pt x="3569703" y="6412630"/>
                    <a:pt x="3686156" y="6523692"/>
                    <a:pt x="3685432" y="6560658"/>
                  </a:cubicBezTo>
                  <a:cubicBezTo>
                    <a:pt x="3685232" y="6570621"/>
                    <a:pt x="3643132" y="6597110"/>
                    <a:pt x="3633454" y="6605245"/>
                  </a:cubicBezTo>
                  <a:cubicBezTo>
                    <a:pt x="3651828" y="6631315"/>
                    <a:pt x="3670354" y="6658061"/>
                    <a:pt x="3694014" y="6679721"/>
                  </a:cubicBezTo>
                  <a:cubicBezTo>
                    <a:pt x="3722341" y="6705638"/>
                    <a:pt x="3827536" y="6770399"/>
                    <a:pt x="3865674" y="6756911"/>
                  </a:cubicBezTo>
                  <a:cubicBezTo>
                    <a:pt x="3879132" y="6752158"/>
                    <a:pt x="3881885" y="6735728"/>
                    <a:pt x="3892058" y="6727327"/>
                  </a:cubicBezTo>
                  <a:cubicBezTo>
                    <a:pt x="3913765" y="6709410"/>
                    <a:pt x="3996347" y="6695856"/>
                    <a:pt x="4023636" y="6704228"/>
                  </a:cubicBezTo>
                  <a:cubicBezTo>
                    <a:pt x="4086492" y="6723526"/>
                    <a:pt x="4163825" y="6830901"/>
                    <a:pt x="4220937" y="6828396"/>
                  </a:cubicBezTo>
                  <a:cubicBezTo>
                    <a:pt x="4256980" y="6826806"/>
                    <a:pt x="4251560" y="6774275"/>
                    <a:pt x="4253427" y="6750682"/>
                  </a:cubicBezTo>
                  <a:cubicBezTo>
                    <a:pt x="4344333" y="6743614"/>
                    <a:pt x="4432973" y="6810670"/>
                    <a:pt x="4524356" y="6771018"/>
                  </a:cubicBezTo>
                  <a:cubicBezTo>
                    <a:pt x="4609109" y="6734242"/>
                    <a:pt x="4501858" y="6665233"/>
                    <a:pt x="4594727" y="6640478"/>
                  </a:cubicBezTo>
                  <a:cubicBezTo>
                    <a:pt x="4635284" y="6629667"/>
                    <a:pt x="4673432" y="6639744"/>
                    <a:pt x="4708074" y="6661756"/>
                  </a:cubicBezTo>
                  <a:cubicBezTo>
                    <a:pt x="4716856" y="6667348"/>
                    <a:pt x="4725248" y="6677063"/>
                    <a:pt x="4736097" y="6678311"/>
                  </a:cubicBezTo>
                  <a:cubicBezTo>
                    <a:pt x="4764138" y="6681540"/>
                    <a:pt x="4835785" y="6623466"/>
                    <a:pt x="4853483" y="6601597"/>
                  </a:cubicBezTo>
                  <a:cubicBezTo>
                    <a:pt x="4903832" y="6539379"/>
                    <a:pt x="4815183" y="6526492"/>
                    <a:pt x="4844653" y="6487839"/>
                  </a:cubicBezTo>
                  <a:cubicBezTo>
                    <a:pt x="4861350" y="6465951"/>
                    <a:pt x="4899212" y="6466389"/>
                    <a:pt x="4922730" y="6455683"/>
                  </a:cubicBezTo>
                  <a:cubicBezTo>
                    <a:pt x="4981832" y="6428756"/>
                    <a:pt x="4997234" y="6408391"/>
                    <a:pt x="5012617" y="6348717"/>
                  </a:cubicBezTo>
                  <a:cubicBezTo>
                    <a:pt x="5015979" y="6335678"/>
                    <a:pt x="5032848" y="6303959"/>
                    <a:pt x="5025752" y="6291348"/>
                  </a:cubicBezTo>
                  <a:cubicBezTo>
                    <a:pt x="5021456" y="6283700"/>
                    <a:pt x="5006692" y="6280280"/>
                    <a:pt x="5000301" y="6273317"/>
                  </a:cubicBezTo>
                  <a:cubicBezTo>
                    <a:pt x="4985623" y="6257306"/>
                    <a:pt x="4974831" y="6235694"/>
                    <a:pt x="4962906" y="6217987"/>
                  </a:cubicBezTo>
                  <a:close/>
                  <a:moveTo>
                    <a:pt x="7229132" y="6220168"/>
                  </a:moveTo>
                  <a:cubicBezTo>
                    <a:pt x="7224112" y="6215158"/>
                    <a:pt x="7215283" y="6223987"/>
                    <a:pt x="7220293" y="6229007"/>
                  </a:cubicBezTo>
                  <a:cubicBezTo>
                    <a:pt x="7225313" y="6234017"/>
                    <a:pt x="7234142" y="6225188"/>
                    <a:pt x="7229132" y="6220168"/>
                  </a:cubicBezTo>
                  <a:close/>
                  <a:moveTo>
                    <a:pt x="7232894" y="6510547"/>
                  </a:moveTo>
                  <a:cubicBezTo>
                    <a:pt x="7165915" y="6510404"/>
                    <a:pt x="7291711" y="6521377"/>
                    <a:pt x="7219112" y="6516300"/>
                  </a:cubicBezTo>
                  <a:cubicBezTo>
                    <a:pt x="7187460" y="6514081"/>
                    <a:pt x="7099973" y="6419250"/>
                    <a:pt x="7078589" y="6394275"/>
                  </a:cubicBezTo>
                  <a:cubicBezTo>
                    <a:pt x="7050434" y="6424422"/>
                    <a:pt x="7019315" y="6452311"/>
                    <a:pt x="6994446" y="6485468"/>
                  </a:cubicBezTo>
                  <a:cubicBezTo>
                    <a:pt x="6974605" y="6511909"/>
                    <a:pt x="6962489" y="6544256"/>
                    <a:pt x="6940334" y="6568907"/>
                  </a:cubicBezTo>
                  <a:cubicBezTo>
                    <a:pt x="6918912" y="6592738"/>
                    <a:pt x="6886766" y="6594567"/>
                    <a:pt x="6863420" y="6617075"/>
                  </a:cubicBezTo>
                  <a:cubicBezTo>
                    <a:pt x="6792830" y="6685140"/>
                    <a:pt x="6859895" y="6749548"/>
                    <a:pt x="6915379" y="6799326"/>
                  </a:cubicBezTo>
                  <a:cubicBezTo>
                    <a:pt x="6923561" y="6785724"/>
                    <a:pt x="6932057" y="6768208"/>
                    <a:pt x="6944106" y="6756540"/>
                  </a:cubicBezTo>
                  <a:cubicBezTo>
                    <a:pt x="6972929" y="6728612"/>
                    <a:pt x="7063321" y="6688922"/>
                    <a:pt x="7100306" y="6715201"/>
                  </a:cubicBezTo>
                  <a:cubicBezTo>
                    <a:pt x="7116051" y="6726384"/>
                    <a:pt x="7121804" y="6743938"/>
                    <a:pt x="7129015" y="6760855"/>
                  </a:cubicBezTo>
                  <a:cubicBezTo>
                    <a:pt x="7180593" y="6737261"/>
                    <a:pt x="7243572" y="6704895"/>
                    <a:pt x="7283710" y="6663166"/>
                  </a:cubicBezTo>
                  <a:cubicBezTo>
                    <a:pt x="7298788" y="6647498"/>
                    <a:pt x="7309618" y="6627495"/>
                    <a:pt x="7321925" y="6609693"/>
                  </a:cubicBezTo>
                  <a:cubicBezTo>
                    <a:pt x="7330469" y="6597339"/>
                    <a:pt x="7345270" y="6582594"/>
                    <a:pt x="7349014" y="6567783"/>
                  </a:cubicBezTo>
                  <a:cubicBezTo>
                    <a:pt x="7353986" y="6548152"/>
                    <a:pt x="7302484" y="6531007"/>
                    <a:pt x="7292140" y="6515367"/>
                  </a:cubicBezTo>
                  <a:cubicBezTo>
                    <a:pt x="7281196" y="6498822"/>
                    <a:pt x="7304122" y="6469980"/>
                    <a:pt x="7312752" y="6456531"/>
                  </a:cubicBezTo>
                  <a:cubicBezTo>
                    <a:pt x="7327287" y="6433861"/>
                    <a:pt x="7370474" y="6373216"/>
                    <a:pt x="7396001" y="6366424"/>
                  </a:cubicBezTo>
                  <a:cubicBezTo>
                    <a:pt x="7444826" y="6353442"/>
                    <a:pt x="7450703" y="6424193"/>
                    <a:pt x="7490241" y="6338802"/>
                  </a:cubicBezTo>
                  <a:cubicBezTo>
                    <a:pt x="7423194" y="6305540"/>
                    <a:pt x="7356024" y="6293434"/>
                    <a:pt x="7283701" y="6276994"/>
                  </a:cubicBezTo>
                  <a:cubicBezTo>
                    <a:pt x="7258117" y="6271184"/>
                    <a:pt x="7226246" y="6253277"/>
                    <a:pt x="7199767" y="6256249"/>
                  </a:cubicBezTo>
                  <a:cubicBezTo>
                    <a:pt x="7181345" y="6258316"/>
                    <a:pt x="7111251" y="6350394"/>
                    <a:pt x="7114203" y="6367434"/>
                  </a:cubicBezTo>
                  <a:cubicBezTo>
                    <a:pt x="7121690" y="6410677"/>
                    <a:pt x="7204405" y="6463475"/>
                    <a:pt x="7226789" y="6495679"/>
                  </a:cubicBezTo>
                  <a:cubicBezTo>
                    <a:pt x="7250354" y="6529568"/>
                    <a:pt x="7206310" y="6468713"/>
                    <a:pt x="7232894" y="6510547"/>
                  </a:cubicBezTo>
                  <a:close/>
                  <a:moveTo>
                    <a:pt x="5114763" y="6387084"/>
                  </a:moveTo>
                  <a:cubicBezTo>
                    <a:pt x="5127231" y="6365319"/>
                    <a:pt x="5141566" y="6353413"/>
                    <a:pt x="5164255" y="6339954"/>
                  </a:cubicBezTo>
                  <a:cubicBezTo>
                    <a:pt x="5149586" y="6320828"/>
                    <a:pt x="5138499" y="6303483"/>
                    <a:pt x="5129070" y="6281309"/>
                  </a:cubicBezTo>
                  <a:cubicBezTo>
                    <a:pt x="5087074" y="6291805"/>
                    <a:pt x="5064395" y="6299464"/>
                    <a:pt x="5075482" y="6347793"/>
                  </a:cubicBezTo>
                  <a:cubicBezTo>
                    <a:pt x="5077158" y="6355099"/>
                    <a:pt x="5073625" y="6362748"/>
                    <a:pt x="5079816" y="6368634"/>
                  </a:cubicBezTo>
                  <a:cubicBezTo>
                    <a:pt x="5088703" y="6377102"/>
                    <a:pt x="5104019" y="6381531"/>
                    <a:pt x="5114763" y="6387084"/>
                  </a:cubicBezTo>
                  <a:close/>
                  <a:moveTo>
                    <a:pt x="6755797" y="6359033"/>
                  </a:moveTo>
                  <a:cubicBezTo>
                    <a:pt x="6818195" y="6342364"/>
                    <a:pt x="6802831" y="6493507"/>
                    <a:pt x="6769341" y="6498755"/>
                  </a:cubicBezTo>
                  <a:cubicBezTo>
                    <a:pt x="6737013" y="6503832"/>
                    <a:pt x="6647240" y="6464456"/>
                    <a:pt x="6669091" y="6421012"/>
                  </a:cubicBezTo>
                  <a:cubicBezTo>
                    <a:pt x="6683607" y="6392161"/>
                    <a:pt x="6709705" y="6410687"/>
                    <a:pt x="6722745" y="6398647"/>
                  </a:cubicBezTo>
                  <a:cubicBezTo>
                    <a:pt x="6736880" y="6385598"/>
                    <a:pt x="6731737" y="6365462"/>
                    <a:pt x="6755797" y="6359033"/>
                  </a:cubicBezTo>
                  <a:close/>
                  <a:moveTo>
                    <a:pt x="5144491" y="6372225"/>
                  </a:moveTo>
                  <a:cubicBezTo>
                    <a:pt x="5164979" y="6421622"/>
                    <a:pt x="5124145" y="6341574"/>
                    <a:pt x="5145053" y="6386836"/>
                  </a:cubicBezTo>
                  <a:cubicBezTo>
                    <a:pt x="5150148" y="6397866"/>
                    <a:pt x="5163674" y="6403743"/>
                    <a:pt x="5171446" y="6410325"/>
                  </a:cubicBezTo>
                  <a:cubicBezTo>
                    <a:pt x="5172894" y="6402657"/>
                    <a:pt x="5170561" y="6394152"/>
                    <a:pt x="5173418" y="6386684"/>
                  </a:cubicBezTo>
                  <a:cubicBezTo>
                    <a:pt x="5173456" y="6386579"/>
                    <a:pt x="5179390" y="6378359"/>
                    <a:pt x="5179400" y="6377473"/>
                  </a:cubicBezTo>
                  <a:cubicBezTo>
                    <a:pt x="5179495" y="6368501"/>
                    <a:pt x="5149682" y="6372463"/>
                    <a:pt x="5144491" y="6372225"/>
                  </a:cubicBezTo>
                  <a:close/>
                  <a:moveTo>
                    <a:pt x="5085874" y="7027555"/>
                  </a:moveTo>
                  <a:cubicBezTo>
                    <a:pt x="5108610" y="6913426"/>
                    <a:pt x="5116363" y="6796916"/>
                    <a:pt x="5136118" y="6682349"/>
                  </a:cubicBezTo>
                  <a:lnTo>
                    <a:pt x="5160874" y="6538627"/>
                  </a:lnTo>
                  <a:cubicBezTo>
                    <a:pt x="5163312" y="6525006"/>
                    <a:pt x="5169132" y="6511671"/>
                    <a:pt x="5168846" y="6497688"/>
                  </a:cubicBezTo>
                  <a:cubicBezTo>
                    <a:pt x="5168475" y="6479924"/>
                    <a:pt x="5159873" y="6449206"/>
                    <a:pt x="5147948" y="6435700"/>
                  </a:cubicBezTo>
                  <a:cubicBezTo>
                    <a:pt x="5129622" y="6414945"/>
                    <a:pt x="5076939" y="6389227"/>
                    <a:pt x="5048612" y="6393666"/>
                  </a:cubicBezTo>
                  <a:cubicBezTo>
                    <a:pt x="5029667" y="6396638"/>
                    <a:pt x="5025266" y="6432452"/>
                    <a:pt x="5020123" y="6447882"/>
                  </a:cubicBezTo>
                  <a:cubicBezTo>
                    <a:pt x="5002120" y="6501898"/>
                    <a:pt x="4993253" y="6559134"/>
                    <a:pt x="4984633" y="6615293"/>
                  </a:cubicBezTo>
                  <a:cubicBezTo>
                    <a:pt x="4969574" y="6713468"/>
                    <a:pt x="4954010" y="6811566"/>
                    <a:pt x="4943113" y="6910321"/>
                  </a:cubicBezTo>
                  <a:cubicBezTo>
                    <a:pt x="4940884" y="6930495"/>
                    <a:pt x="4926787" y="6994970"/>
                    <a:pt x="4935750" y="7009800"/>
                  </a:cubicBezTo>
                  <a:cubicBezTo>
                    <a:pt x="4942656" y="7021239"/>
                    <a:pt x="5065862" y="7027050"/>
                    <a:pt x="5085874" y="7027555"/>
                  </a:cubicBezTo>
                  <a:close/>
                  <a:moveTo>
                    <a:pt x="6447130" y="6548285"/>
                  </a:moveTo>
                  <a:cubicBezTo>
                    <a:pt x="6447120" y="6557153"/>
                    <a:pt x="6451473" y="6563201"/>
                    <a:pt x="6449349" y="6572850"/>
                  </a:cubicBezTo>
                  <a:cubicBezTo>
                    <a:pt x="6442815" y="6602511"/>
                    <a:pt x="6412487" y="6631105"/>
                    <a:pt x="6392789" y="6652984"/>
                  </a:cubicBezTo>
                  <a:cubicBezTo>
                    <a:pt x="6333820" y="6718459"/>
                    <a:pt x="6269488" y="6763017"/>
                    <a:pt x="6177286" y="6754235"/>
                  </a:cubicBezTo>
                  <a:cubicBezTo>
                    <a:pt x="6142091" y="6750882"/>
                    <a:pt x="6106401" y="6738433"/>
                    <a:pt x="6080646" y="6713439"/>
                  </a:cubicBezTo>
                  <a:cubicBezTo>
                    <a:pt x="6046841" y="6680635"/>
                    <a:pt x="6022772" y="6635220"/>
                    <a:pt x="6019343" y="6587795"/>
                  </a:cubicBezTo>
                  <a:cubicBezTo>
                    <a:pt x="6018000" y="6569183"/>
                    <a:pt x="6026087" y="6517919"/>
                    <a:pt x="6017847" y="6504308"/>
                  </a:cubicBezTo>
                  <a:cubicBezTo>
                    <a:pt x="6012952" y="6496221"/>
                    <a:pt x="5991673" y="6487211"/>
                    <a:pt x="5983434" y="6480267"/>
                  </a:cubicBezTo>
                  <a:cubicBezTo>
                    <a:pt x="6006913" y="6443358"/>
                    <a:pt x="6019848" y="6460074"/>
                    <a:pt x="6037155" y="6441091"/>
                  </a:cubicBezTo>
                  <a:cubicBezTo>
                    <a:pt x="6046661" y="6430661"/>
                    <a:pt x="6050509" y="6416669"/>
                    <a:pt x="6061072" y="6406706"/>
                  </a:cubicBezTo>
                  <a:cubicBezTo>
                    <a:pt x="6099753" y="6370187"/>
                    <a:pt x="6164228" y="6378369"/>
                    <a:pt x="6202166" y="6411154"/>
                  </a:cubicBezTo>
                  <a:cubicBezTo>
                    <a:pt x="6235646" y="6440081"/>
                    <a:pt x="6226226" y="6485858"/>
                    <a:pt x="6265212" y="6510804"/>
                  </a:cubicBezTo>
                  <a:cubicBezTo>
                    <a:pt x="6300788" y="6533559"/>
                    <a:pt x="6350508" y="6554600"/>
                    <a:pt x="6393037" y="6553276"/>
                  </a:cubicBezTo>
                  <a:cubicBezTo>
                    <a:pt x="6407715" y="6552819"/>
                    <a:pt x="6420764" y="6545161"/>
                    <a:pt x="6434795" y="6544599"/>
                  </a:cubicBezTo>
                  <a:cubicBezTo>
                    <a:pt x="6516091" y="6541303"/>
                    <a:pt x="6375978" y="6548380"/>
                    <a:pt x="6447130" y="6548285"/>
                  </a:cubicBezTo>
                  <a:close/>
                  <a:moveTo>
                    <a:pt x="7447959" y="6391866"/>
                  </a:moveTo>
                  <a:cubicBezTo>
                    <a:pt x="7438911" y="6390465"/>
                    <a:pt x="7436529" y="6397704"/>
                    <a:pt x="7439320" y="6405944"/>
                  </a:cubicBezTo>
                  <a:cubicBezTo>
                    <a:pt x="7441321" y="6411868"/>
                    <a:pt x="7444864" y="6409039"/>
                    <a:pt x="7448255" y="6413344"/>
                  </a:cubicBezTo>
                  <a:cubicBezTo>
                    <a:pt x="7449569" y="6415011"/>
                    <a:pt x="7448626" y="6418183"/>
                    <a:pt x="7450407" y="6419355"/>
                  </a:cubicBezTo>
                  <a:cubicBezTo>
                    <a:pt x="7451274" y="6419936"/>
                    <a:pt x="7464876" y="6420088"/>
                    <a:pt x="7465743" y="6419355"/>
                  </a:cubicBezTo>
                  <a:cubicBezTo>
                    <a:pt x="7467448" y="6417935"/>
                    <a:pt x="7467257" y="6415154"/>
                    <a:pt x="7467505" y="6412944"/>
                  </a:cubicBezTo>
                  <a:cubicBezTo>
                    <a:pt x="7469876" y="6391342"/>
                    <a:pt x="7455684" y="6406772"/>
                    <a:pt x="7449045" y="6398943"/>
                  </a:cubicBezTo>
                  <a:cubicBezTo>
                    <a:pt x="7447502" y="6397123"/>
                    <a:pt x="7450322" y="6392228"/>
                    <a:pt x="7447959" y="6391866"/>
                  </a:cubicBezTo>
                  <a:close/>
                  <a:moveTo>
                    <a:pt x="6337297" y="6662204"/>
                  </a:moveTo>
                  <a:cubicBezTo>
                    <a:pt x="6271517" y="6658413"/>
                    <a:pt x="6180582" y="6703447"/>
                    <a:pt x="6140939" y="6622590"/>
                  </a:cubicBezTo>
                  <a:cubicBezTo>
                    <a:pt x="6133338" y="6607073"/>
                    <a:pt x="6129023" y="6587614"/>
                    <a:pt x="6136719" y="6571164"/>
                  </a:cubicBezTo>
                  <a:cubicBezTo>
                    <a:pt x="6143730" y="6556191"/>
                    <a:pt x="6161789" y="6548399"/>
                    <a:pt x="6176753" y="6544380"/>
                  </a:cubicBezTo>
                  <a:cubicBezTo>
                    <a:pt x="6260735" y="6521806"/>
                    <a:pt x="6314561" y="6588843"/>
                    <a:pt x="6366110" y="6643764"/>
                  </a:cubicBezTo>
                  <a:cubicBezTo>
                    <a:pt x="6388522" y="6623999"/>
                    <a:pt x="6404667" y="6603454"/>
                    <a:pt x="6418421" y="6576993"/>
                  </a:cubicBezTo>
                  <a:cubicBezTo>
                    <a:pt x="6356775" y="6580003"/>
                    <a:pt x="6275489" y="6560439"/>
                    <a:pt x="6232350" y="6511042"/>
                  </a:cubicBezTo>
                  <a:cubicBezTo>
                    <a:pt x="6207157" y="6482182"/>
                    <a:pt x="6203528" y="6445225"/>
                    <a:pt x="6170419" y="6422346"/>
                  </a:cubicBezTo>
                  <a:cubicBezTo>
                    <a:pt x="6141434" y="6402314"/>
                    <a:pt x="6089752" y="6399171"/>
                    <a:pt x="6069263" y="6433671"/>
                  </a:cubicBezTo>
                  <a:cubicBezTo>
                    <a:pt x="6041250" y="6480867"/>
                    <a:pt x="6062434" y="6473485"/>
                    <a:pt x="6057128" y="6505318"/>
                  </a:cubicBezTo>
                  <a:cubicBezTo>
                    <a:pt x="6046794" y="6567297"/>
                    <a:pt x="6039583" y="6622628"/>
                    <a:pt x="6082017" y="6675425"/>
                  </a:cubicBezTo>
                  <a:cubicBezTo>
                    <a:pt x="6138015" y="6745081"/>
                    <a:pt x="6274841" y="6751892"/>
                    <a:pt x="6331410" y="6677187"/>
                  </a:cubicBezTo>
                  <a:cubicBezTo>
                    <a:pt x="6354299" y="6646945"/>
                    <a:pt x="6313751" y="6698285"/>
                    <a:pt x="6337297" y="6662204"/>
                  </a:cubicBezTo>
                  <a:close/>
                  <a:moveTo>
                    <a:pt x="7382713" y="6412173"/>
                  </a:moveTo>
                  <a:cubicBezTo>
                    <a:pt x="7359406" y="6440405"/>
                    <a:pt x="7340822" y="6470380"/>
                    <a:pt x="7324506" y="6503289"/>
                  </a:cubicBezTo>
                  <a:cubicBezTo>
                    <a:pt x="7336517" y="6511319"/>
                    <a:pt x="7357281" y="6521234"/>
                    <a:pt x="7367149" y="6532312"/>
                  </a:cubicBezTo>
                  <a:cubicBezTo>
                    <a:pt x="7398172" y="6567126"/>
                    <a:pt x="7355815" y="6622713"/>
                    <a:pt x="7333707" y="6651822"/>
                  </a:cubicBezTo>
                  <a:cubicBezTo>
                    <a:pt x="7279481" y="6723212"/>
                    <a:pt x="7209749" y="6782572"/>
                    <a:pt x="7156514" y="6854771"/>
                  </a:cubicBezTo>
                  <a:cubicBezTo>
                    <a:pt x="7091924" y="6942363"/>
                    <a:pt x="7030374" y="7110222"/>
                    <a:pt x="7012753" y="7216988"/>
                  </a:cubicBezTo>
                  <a:cubicBezTo>
                    <a:pt x="7048538" y="7172563"/>
                    <a:pt x="7067340" y="7111517"/>
                    <a:pt x="7098830" y="7062206"/>
                  </a:cubicBezTo>
                  <a:cubicBezTo>
                    <a:pt x="7176764" y="6940163"/>
                    <a:pt x="7259545" y="6824272"/>
                    <a:pt x="7349109" y="6710477"/>
                  </a:cubicBezTo>
                  <a:cubicBezTo>
                    <a:pt x="7379560" y="6671796"/>
                    <a:pt x="7422242" y="6651689"/>
                    <a:pt x="7462161" y="6624561"/>
                  </a:cubicBezTo>
                  <a:cubicBezTo>
                    <a:pt x="7472105" y="6617818"/>
                    <a:pt x="7501738" y="6604140"/>
                    <a:pt x="7501690" y="6590348"/>
                  </a:cubicBezTo>
                  <a:cubicBezTo>
                    <a:pt x="7501604" y="6568497"/>
                    <a:pt x="7401058" y="6435233"/>
                    <a:pt x="7382713" y="6412173"/>
                  </a:cubicBezTo>
                  <a:close/>
                  <a:moveTo>
                    <a:pt x="6098991" y="6425860"/>
                  </a:moveTo>
                  <a:cubicBezTo>
                    <a:pt x="6126975" y="6417107"/>
                    <a:pt x="6128537" y="6463884"/>
                    <a:pt x="6102372" y="6463265"/>
                  </a:cubicBezTo>
                  <a:cubicBezTo>
                    <a:pt x="6080369" y="6462732"/>
                    <a:pt x="6080093" y="6431775"/>
                    <a:pt x="6098991" y="6425860"/>
                  </a:cubicBezTo>
                  <a:close/>
                  <a:moveTo>
                    <a:pt x="7447969" y="6429956"/>
                  </a:moveTo>
                  <a:cubicBezTo>
                    <a:pt x="7432272" y="6426756"/>
                    <a:pt x="7437806" y="6447911"/>
                    <a:pt x="7449236" y="6453530"/>
                  </a:cubicBezTo>
                  <a:cubicBezTo>
                    <a:pt x="7451436" y="6454616"/>
                    <a:pt x="7453684" y="6457312"/>
                    <a:pt x="7455989" y="6456464"/>
                  </a:cubicBezTo>
                  <a:cubicBezTo>
                    <a:pt x="7461133" y="6454569"/>
                    <a:pt x="7457837" y="6441634"/>
                    <a:pt x="7454770" y="6439148"/>
                  </a:cubicBezTo>
                  <a:cubicBezTo>
                    <a:pt x="7453170" y="6437852"/>
                    <a:pt x="7450245" y="6438557"/>
                    <a:pt x="7449017" y="6436900"/>
                  </a:cubicBezTo>
                  <a:cubicBezTo>
                    <a:pt x="7447626" y="6435023"/>
                    <a:pt x="7450264" y="6430423"/>
                    <a:pt x="7447969" y="6429956"/>
                  </a:cubicBezTo>
                  <a:close/>
                  <a:moveTo>
                    <a:pt x="4981575" y="6448425"/>
                  </a:moveTo>
                  <a:cubicBezTo>
                    <a:pt x="4965344" y="6448425"/>
                    <a:pt x="4973488" y="6465837"/>
                    <a:pt x="4974250" y="6465970"/>
                  </a:cubicBezTo>
                  <a:cubicBezTo>
                    <a:pt x="4980680" y="6467075"/>
                    <a:pt x="5004197" y="6448425"/>
                    <a:pt x="4981575" y="6448425"/>
                  </a:cubicBezTo>
                  <a:close/>
                  <a:moveTo>
                    <a:pt x="4890040" y="6491926"/>
                  </a:moveTo>
                  <a:cubicBezTo>
                    <a:pt x="4913538" y="6537008"/>
                    <a:pt x="4891659" y="6517348"/>
                    <a:pt x="4891354" y="6542465"/>
                  </a:cubicBezTo>
                  <a:cubicBezTo>
                    <a:pt x="4891173" y="6556972"/>
                    <a:pt x="4905946" y="6564306"/>
                    <a:pt x="4901117" y="6581327"/>
                  </a:cubicBezTo>
                  <a:cubicBezTo>
                    <a:pt x="4881582" y="6650155"/>
                    <a:pt x="4766672" y="6697894"/>
                    <a:pt x="4703455" y="6712334"/>
                  </a:cubicBezTo>
                  <a:cubicBezTo>
                    <a:pt x="4671279" y="6719678"/>
                    <a:pt x="4632255" y="6716925"/>
                    <a:pt x="4602309" y="6732375"/>
                  </a:cubicBezTo>
                  <a:cubicBezTo>
                    <a:pt x="4576943" y="6745462"/>
                    <a:pt x="4580220" y="6781571"/>
                    <a:pt x="4556503" y="6798326"/>
                  </a:cubicBezTo>
                  <a:cubicBezTo>
                    <a:pt x="4527290" y="6818976"/>
                    <a:pt x="4490971" y="6811480"/>
                    <a:pt x="4458986" y="6821919"/>
                  </a:cubicBezTo>
                  <a:cubicBezTo>
                    <a:pt x="4410323" y="6837788"/>
                    <a:pt x="4418838" y="6889794"/>
                    <a:pt x="4324093" y="6893500"/>
                  </a:cubicBezTo>
                  <a:cubicBezTo>
                    <a:pt x="4349163" y="6863953"/>
                    <a:pt x="4382062" y="6839941"/>
                    <a:pt x="4408237" y="6810670"/>
                  </a:cubicBezTo>
                  <a:cubicBezTo>
                    <a:pt x="4304528" y="6777028"/>
                    <a:pt x="4303633" y="6847294"/>
                    <a:pt x="4229281" y="6856105"/>
                  </a:cubicBezTo>
                  <a:cubicBezTo>
                    <a:pt x="4152195" y="6865229"/>
                    <a:pt x="4085673" y="6795078"/>
                    <a:pt x="4030475" y="6752730"/>
                  </a:cubicBezTo>
                  <a:cubicBezTo>
                    <a:pt x="4023084" y="6793821"/>
                    <a:pt x="4000490" y="6971490"/>
                    <a:pt x="4020503" y="7004104"/>
                  </a:cubicBezTo>
                  <a:cubicBezTo>
                    <a:pt x="4026665" y="7014153"/>
                    <a:pt x="4134079" y="7008124"/>
                    <a:pt x="4151605" y="7007390"/>
                  </a:cubicBezTo>
                  <a:cubicBezTo>
                    <a:pt x="4290917" y="7001580"/>
                    <a:pt x="4430935" y="6997027"/>
                    <a:pt x="4570352" y="6996055"/>
                  </a:cubicBezTo>
                  <a:cubicBezTo>
                    <a:pt x="4652029" y="6995484"/>
                    <a:pt x="4733839" y="7003894"/>
                    <a:pt x="4815497" y="7006390"/>
                  </a:cubicBezTo>
                  <a:cubicBezTo>
                    <a:pt x="4828699" y="7006790"/>
                    <a:pt x="4889468" y="7013705"/>
                    <a:pt x="4895726" y="7004685"/>
                  </a:cubicBezTo>
                  <a:cubicBezTo>
                    <a:pt x="4904918" y="6991445"/>
                    <a:pt x="4911690" y="6908511"/>
                    <a:pt x="4914119" y="6887204"/>
                  </a:cubicBezTo>
                  <a:cubicBezTo>
                    <a:pt x="4924415" y="6796678"/>
                    <a:pt x="4938332" y="6706810"/>
                    <a:pt x="4954067" y="6617113"/>
                  </a:cubicBezTo>
                  <a:cubicBezTo>
                    <a:pt x="4958296" y="6592986"/>
                    <a:pt x="4980727" y="6520653"/>
                    <a:pt x="4972307" y="6499660"/>
                  </a:cubicBezTo>
                  <a:cubicBezTo>
                    <a:pt x="4960896" y="6471190"/>
                    <a:pt x="4909252" y="6486401"/>
                    <a:pt x="4890040" y="6491926"/>
                  </a:cubicBezTo>
                  <a:close/>
                  <a:moveTo>
                    <a:pt x="5050603" y="6483029"/>
                  </a:moveTo>
                  <a:cubicBezTo>
                    <a:pt x="5063195" y="6479029"/>
                    <a:pt x="5075377" y="6481972"/>
                    <a:pt x="5085321" y="6490773"/>
                  </a:cubicBezTo>
                  <a:cubicBezTo>
                    <a:pt x="5130679" y="6530940"/>
                    <a:pt x="5079854" y="6594034"/>
                    <a:pt x="5073034" y="6636029"/>
                  </a:cubicBezTo>
                  <a:cubicBezTo>
                    <a:pt x="5070719" y="6650269"/>
                    <a:pt x="5083359" y="6659775"/>
                    <a:pt x="5072739" y="6674587"/>
                  </a:cubicBezTo>
                  <a:cubicBezTo>
                    <a:pt x="5065986" y="6684007"/>
                    <a:pt x="5053898" y="6689684"/>
                    <a:pt x="5042392" y="6688950"/>
                  </a:cubicBezTo>
                  <a:cubicBezTo>
                    <a:pt x="5009436" y="6686855"/>
                    <a:pt x="5021332" y="6652908"/>
                    <a:pt x="5022037" y="6632534"/>
                  </a:cubicBezTo>
                  <a:cubicBezTo>
                    <a:pt x="5022437" y="6620951"/>
                    <a:pt x="5015065" y="6610674"/>
                    <a:pt x="5014084" y="6599158"/>
                  </a:cubicBezTo>
                  <a:cubicBezTo>
                    <a:pt x="5011807" y="6572517"/>
                    <a:pt x="5020808" y="6492507"/>
                    <a:pt x="5050603" y="6483029"/>
                  </a:cubicBezTo>
                  <a:close/>
                  <a:moveTo>
                    <a:pt x="5725668" y="6488325"/>
                  </a:moveTo>
                  <a:cubicBezTo>
                    <a:pt x="5772188" y="6466265"/>
                    <a:pt x="5764835" y="6511204"/>
                    <a:pt x="5775674" y="6530045"/>
                  </a:cubicBezTo>
                  <a:cubicBezTo>
                    <a:pt x="5781913" y="6540894"/>
                    <a:pt x="5813050" y="6531121"/>
                    <a:pt x="5825785" y="6553657"/>
                  </a:cubicBezTo>
                  <a:cubicBezTo>
                    <a:pt x="5837606" y="6574593"/>
                    <a:pt x="5821899" y="6594643"/>
                    <a:pt x="5805030" y="6605988"/>
                  </a:cubicBezTo>
                  <a:cubicBezTo>
                    <a:pt x="5790086" y="6616027"/>
                    <a:pt x="5731478" y="6635858"/>
                    <a:pt x="5714981" y="6625981"/>
                  </a:cubicBezTo>
                  <a:cubicBezTo>
                    <a:pt x="5690549" y="6611369"/>
                    <a:pt x="5697245" y="6501803"/>
                    <a:pt x="5725668" y="6488325"/>
                  </a:cubicBezTo>
                  <a:close/>
                  <a:moveTo>
                    <a:pt x="5051946" y="6618970"/>
                  </a:moveTo>
                  <a:cubicBezTo>
                    <a:pt x="5069653" y="6593167"/>
                    <a:pt x="5092713" y="6546761"/>
                    <a:pt x="5074749" y="6513728"/>
                  </a:cubicBezTo>
                  <a:cubicBezTo>
                    <a:pt x="5072882" y="6510299"/>
                    <a:pt x="5067957" y="6509261"/>
                    <a:pt x="5066071" y="6505842"/>
                  </a:cubicBezTo>
                  <a:cubicBezTo>
                    <a:pt x="4988214" y="6569688"/>
                    <a:pt x="5119278" y="6454045"/>
                    <a:pt x="5053841" y="6510233"/>
                  </a:cubicBezTo>
                  <a:cubicBezTo>
                    <a:pt x="5041754" y="6520605"/>
                    <a:pt x="5029838" y="6583394"/>
                    <a:pt x="5035277" y="6598263"/>
                  </a:cubicBezTo>
                  <a:cubicBezTo>
                    <a:pt x="5038877" y="6608093"/>
                    <a:pt x="5045993" y="6611569"/>
                    <a:pt x="5051946" y="6618970"/>
                  </a:cubicBezTo>
                  <a:close/>
                  <a:moveTo>
                    <a:pt x="5476875" y="6554962"/>
                  </a:moveTo>
                  <a:cubicBezTo>
                    <a:pt x="5449538" y="6588204"/>
                    <a:pt x="5433812" y="6634553"/>
                    <a:pt x="5403837" y="6665328"/>
                  </a:cubicBezTo>
                  <a:cubicBezTo>
                    <a:pt x="5383635" y="6686064"/>
                    <a:pt x="5339096" y="6701571"/>
                    <a:pt x="5328418" y="6729917"/>
                  </a:cubicBezTo>
                  <a:cubicBezTo>
                    <a:pt x="5321398" y="6748520"/>
                    <a:pt x="5348430" y="6785610"/>
                    <a:pt x="5357498" y="6801145"/>
                  </a:cubicBezTo>
                  <a:cubicBezTo>
                    <a:pt x="5402951" y="6879041"/>
                    <a:pt x="5485209" y="6920932"/>
                    <a:pt x="5565638" y="6953307"/>
                  </a:cubicBezTo>
                  <a:cubicBezTo>
                    <a:pt x="5581460" y="6908892"/>
                    <a:pt x="5597366" y="6867392"/>
                    <a:pt x="5623303" y="6827406"/>
                  </a:cubicBezTo>
                  <a:cubicBezTo>
                    <a:pt x="5630637" y="6816109"/>
                    <a:pt x="5656307" y="6791544"/>
                    <a:pt x="5653469" y="6777619"/>
                  </a:cubicBezTo>
                  <a:cubicBezTo>
                    <a:pt x="5648096" y="6751263"/>
                    <a:pt x="5594956" y="6731108"/>
                    <a:pt x="5577992" y="6712744"/>
                  </a:cubicBezTo>
                  <a:cubicBezTo>
                    <a:pt x="5558600" y="6691741"/>
                    <a:pt x="5548141" y="6663985"/>
                    <a:pt x="5533815" y="6639620"/>
                  </a:cubicBezTo>
                  <a:cubicBezTo>
                    <a:pt x="5516842" y="6610750"/>
                    <a:pt x="5496582" y="6580280"/>
                    <a:pt x="5476875" y="6554962"/>
                  </a:cubicBezTo>
                  <a:close/>
                  <a:moveTo>
                    <a:pt x="6325324" y="6630914"/>
                  </a:moveTo>
                  <a:cubicBezTo>
                    <a:pt x="6286757" y="6591176"/>
                    <a:pt x="6240209" y="6546018"/>
                    <a:pt x="6179763" y="6567002"/>
                  </a:cubicBezTo>
                  <a:cubicBezTo>
                    <a:pt x="6170495" y="6570212"/>
                    <a:pt x="6157027" y="6574031"/>
                    <a:pt x="6154684" y="6585080"/>
                  </a:cubicBezTo>
                  <a:cubicBezTo>
                    <a:pt x="6152331" y="6596234"/>
                    <a:pt x="6158570" y="6607073"/>
                    <a:pt x="6164647" y="6615884"/>
                  </a:cubicBezTo>
                  <a:cubicBezTo>
                    <a:pt x="6194774" y="6659575"/>
                    <a:pt x="6238370" y="6649288"/>
                    <a:pt x="6282204" y="6640030"/>
                  </a:cubicBezTo>
                  <a:cubicBezTo>
                    <a:pt x="6293206" y="6637696"/>
                    <a:pt x="6304264" y="6639773"/>
                    <a:pt x="6315151" y="6637992"/>
                  </a:cubicBezTo>
                  <a:cubicBezTo>
                    <a:pt x="6360347" y="6630610"/>
                    <a:pt x="6285205" y="6641840"/>
                    <a:pt x="6325324" y="6630914"/>
                  </a:cubicBezTo>
                  <a:close/>
                  <a:moveTo>
                    <a:pt x="5183286" y="6577736"/>
                  </a:moveTo>
                  <a:cubicBezTo>
                    <a:pt x="5160502" y="6642306"/>
                    <a:pt x="5159054" y="6721993"/>
                    <a:pt x="5152511" y="6790496"/>
                  </a:cubicBezTo>
                  <a:lnTo>
                    <a:pt x="5135823" y="6917065"/>
                  </a:lnTo>
                  <a:cubicBezTo>
                    <a:pt x="5133899" y="6936524"/>
                    <a:pt x="5119078" y="7018973"/>
                    <a:pt x="5127003" y="7033041"/>
                  </a:cubicBezTo>
                  <a:cubicBezTo>
                    <a:pt x="5133708" y="7044947"/>
                    <a:pt x="5253609" y="7060225"/>
                    <a:pt x="5273783" y="7063530"/>
                  </a:cubicBezTo>
                  <a:cubicBezTo>
                    <a:pt x="5337562" y="7073960"/>
                    <a:pt x="5401961" y="7083047"/>
                    <a:pt x="5464797" y="7098430"/>
                  </a:cubicBezTo>
                  <a:cubicBezTo>
                    <a:pt x="5546865" y="7118518"/>
                    <a:pt x="5630589" y="7142845"/>
                    <a:pt x="5714362" y="7151913"/>
                  </a:cubicBezTo>
                  <a:cubicBezTo>
                    <a:pt x="5684396" y="7119595"/>
                    <a:pt x="5741737" y="7169229"/>
                    <a:pt x="5708380" y="7139140"/>
                  </a:cubicBezTo>
                  <a:cubicBezTo>
                    <a:pt x="5700027" y="7131606"/>
                    <a:pt x="5687444" y="7127005"/>
                    <a:pt x="5677986" y="7120776"/>
                  </a:cubicBezTo>
                  <a:cubicBezTo>
                    <a:pt x="5651478" y="7103316"/>
                    <a:pt x="5625255" y="7083923"/>
                    <a:pt x="5601338" y="7063026"/>
                  </a:cubicBezTo>
                  <a:cubicBezTo>
                    <a:pt x="5588794" y="7052072"/>
                    <a:pt x="5581412" y="7032479"/>
                    <a:pt x="5567429" y="7024068"/>
                  </a:cubicBezTo>
                  <a:cubicBezTo>
                    <a:pt x="5481495" y="6972348"/>
                    <a:pt x="5393569" y="6932714"/>
                    <a:pt x="5348030" y="6837578"/>
                  </a:cubicBezTo>
                  <a:cubicBezTo>
                    <a:pt x="5335343" y="6811061"/>
                    <a:pt x="5298805" y="6755968"/>
                    <a:pt x="5299243" y="6728593"/>
                  </a:cubicBezTo>
                  <a:cubicBezTo>
                    <a:pt x="5299367" y="6720573"/>
                    <a:pt x="5306949" y="6708057"/>
                    <a:pt x="5309892" y="6700514"/>
                  </a:cubicBezTo>
                  <a:cubicBezTo>
                    <a:pt x="5237597" y="6674834"/>
                    <a:pt x="5217557" y="6639573"/>
                    <a:pt x="5183286" y="6577736"/>
                  </a:cubicBezTo>
                  <a:close/>
                  <a:moveTo>
                    <a:pt x="7407735" y="6692570"/>
                  </a:moveTo>
                  <a:cubicBezTo>
                    <a:pt x="7494641" y="6767198"/>
                    <a:pt x="7617104" y="6823481"/>
                    <a:pt x="7694305" y="6902901"/>
                  </a:cubicBezTo>
                  <a:cubicBezTo>
                    <a:pt x="7689923" y="6901863"/>
                    <a:pt x="7685208" y="6905320"/>
                    <a:pt x="7680874" y="6904139"/>
                  </a:cubicBezTo>
                  <a:cubicBezTo>
                    <a:pt x="7647413" y="6895033"/>
                    <a:pt x="7504871" y="6790058"/>
                    <a:pt x="7468553" y="6763722"/>
                  </a:cubicBezTo>
                  <a:cubicBezTo>
                    <a:pt x="7454970" y="6753873"/>
                    <a:pt x="7398410" y="6707114"/>
                    <a:pt x="7385190" y="6708915"/>
                  </a:cubicBezTo>
                  <a:cubicBezTo>
                    <a:pt x="7373569" y="6710486"/>
                    <a:pt x="7342594" y="6755959"/>
                    <a:pt x="7334221" y="6766951"/>
                  </a:cubicBezTo>
                  <a:cubicBezTo>
                    <a:pt x="7321277" y="6783962"/>
                    <a:pt x="7282786" y="6824424"/>
                    <a:pt x="7279653" y="6843817"/>
                  </a:cubicBezTo>
                  <a:cubicBezTo>
                    <a:pt x="7277481" y="6857257"/>
                    <a:pt x="7370493" y="6956050"/>
                    <a:pt x="7386352" y="6972852"/>
                  </a:cubicBezTo>
                  <a:cubicBezTo>
                    <a:pt x="7475649" y="7067474"/>
                    <a:pt x="7563726" y="7165686"/>
                    <a:pt x="7660443" y="7252897"/>
                  </a:cubicBezTo>
                  <a:cubicBezTo>
                    <a:pt x="7717231" y="7304113"/>
                    <a:pt x="7780506" y="7348680"/>
                    <a:pt x="7840485" y="7396105"/>
                  </a:cubicBezTo>
                  <a:cubicBezTo>
                    <a:pt x="7896330" y="7440263"/>
                    <a:pt x="7983598" y="7521531"/>
                    <a:pt x="8043243" y="7549296"/>
                  </a:cubicBezTo>
                  <a:cubicBezTo>
                    <a:pt x="8032728" y="7517597"/>
                    <a:pt x="8024231" y="7483392"/>
                    <a:pt x="8019574" y="7450179"/>
                  </a:cubicBezTo>
                  <a:cubicBezTo>
                    <a:pt x="8015707" y="7422566"/>
                    <a:pt x="8017526" y="7387142"/>
                    <a:pt x="8006439" y="7361596"/>
                  </a:cubicBezTo>
                  <a:cubicBezTo>
                    <a:pt x="7990656" y="7325239"/>
                    <a:pt x="7923019" y="7267508"/>
                    <a:pt x="7894120" y="7222969"/>
                  </a:cubicBezTo>
                  <a:cubicBezTo>
                    <a:pt x="7879337" y="7200176"/>
                    <a:pt x="7868783" y="7175049"/>
                    <a:pt x="7854629" y="7151884"/>
                  </a:cubicBezTo>
                  <a:cubicBezTo>
                    <a:pt x="7827778" y="7107936"/>
                    <a:pt x="7797860" y="7065455"/>
                    <a:pt x="7773086" y="7020296"/>
                  </a:cubicBezTo>
                  <a:cubicBezTo>
                    <a:pt x="7750902" y="6979853"/>
                    <a:pt x="7729766" y="6931295"/>
                    <a:pt x="7700181" y="6895881"/>
                  </a:cubicBezTo>
                  <a:cubicBezTo>
                    <a:pt x="7696771" y="6891804"/>
                    <a:pt x="7690714" y="6890395"/>
                    <a:pt x="7687618" y="6886070"/>
                  </a:cubicBezTo>
                  <a:cubicBezTo>
                    <a:pt x="7678617" y="6873516"/>
                    <a:pt x="7672988" y="6854485"/>
                    <a:pt x="7664729" y="6840531"/>
                  </a:cubicBezTo>
                  <a:cubicBezTo>
                    <a:pt x="7635850" y="6791725"/>
                    <a:pt x="7602903" y="6745005"/>
                    <a:pt x="7572946" y="6696780"/>
                  </a:cubicBezTo>
                  <a:cubicBezTo>
                    <a:pt x="7562279" y="6679616"/>
                    <a:pt x="7538104" y="6633134"/>
                    <a:pt x="7522426" y="6624209"/>
                  </a:cubicBezTo>
                  <a:cubicBezTo>
                    <a:pt x="7499280" y="6611036"/>
                    <a:pt x="7423575" y="6676139"/>
                    <a:pt x="7407735" y="6692570"/>
                  </a:cubicBezTo>
                  <a:close/>
                  <a:moveTo>
                    <a:pt x="1348102" y="6653393"/>
                  </a:moveTo>
                  <a:cubicBezTo>
                    <a:pt x="1487786" y="6688141"/>
                    <a:pt x="1642929" y="6695313"/>
                    <a:pt x="1786004" y="6735937"/>
                  </a:cubicBezTo>
                  <a:cubicBezTo>
                    <a:pt x="1896447" y="6767284"/>
                    <a:pt x="2002355" y="6809222"/>
                    <a:pt x="2109159" y="6850818"/>
                  </a:cubicBezTo>
                  <a:cubicBezTo>
                    <a:pt x="2155374" y="6868811"/>
                    <a:pt x="2200513" y="6889728"/>
                    <a:pt x="2247976" y="6903006"/>
                  </a:cubicBezTo>
                  <a:cubicBezTo>
                    <a:pt x="2214001" y="6870773"/>
                    <a:pt x="2166385" y="6852980"/>
                    <a:pt x="2126637" y="6827196"/>
                  </a:cubicBezTo>
                  <a:cubicBezTo>
                    <a:pt x="2059886" y="6783896"/>
                    <a:pt x="1991335" y="6737071"/>
                    <a:pt x="1916068" y="6709620"/>
                  </a:cubicBezTo>
                  <a:cubicBezTo>
                    <a:pt x="1783461" y="6661252"/>
                    <a:pt x="1490491" y="6644507"/>
                    <a:pt x="1348102" y="6653393"/>
                  </a:cubicBezTo>
                  <a:close/>
                  <a:moveTo>
                    <a:pt x="4584535" y="6672072"/>
                  </a:moveTo>
                  <a:cubicBezTo>
                    <a:pt x="4587135" y="6682378"/>
                    <a:pt x="4584040" y="6692998"/>
                    <a:pt x="4592183" y="6702381"/>
                  </a:cubicBezTo>
                  <a:cubicBezTo>
                    <a:pt x="4599365" y="6710648"/>
                    <a:pt x="4681337" y="6688160"/>
                    <a:pt x="4695854" y="6684112"/>
                  </a:cubicBezTo>
                  <a:cubicBezTo>
                    <a:pt x="4655610" y="6664423"/>
                    <a:pt x="4628207" y="6656375"/>
                    <a:pt x="4584535" y="6672072"/>
                  </a:cubicBezTo>
                  <a:close/>
                  <a:moveTo>
                    <a:pt x="5047907" y="6658318"/>
                  </a:moveTo>
                  <a:cubicBezTo>
                    <a:pt x="5042887" y="6653308"/>
                    <a:pt x="5034058" y="6662137"/>
                    <a:pt x="5039068" y="6667157"/>
                  </a:cubicBezTo>
                  <a:cubicBezTo>
                    <a:pt x="5044088" y="6672167"/>
                    <a:pt x="5052917" y="6663338"/>
                    <a:pt x="5047907" y="6658318"/>
                  </a:cubicBezTo>
                  <a:close/>
                  <a:moveTo>
                    <a:pt x="5305425" y="6657975"/>
                  </a:moveTo>
                  <a:cubicBezTo>
                    <a:pt x="5299129" y="6657975"/>
                    <a:pt x="5291109" y="6663252"/>
                    <a:pt x="5298624" y="6667157"/>
                  </a:cubicBezTo>
                  <a:cubicBezTo>
                    <a:pt x="5309664" y="6672882"/>
                    <a:pt x="5325323" y="6657975"/>
                    <a:pt x="5305425" y="6657975"/>
                  </a:cubicBezTo>
                  <a:close/>
                  <a:moveTo>
                    <a:pt x="6810032" y="6696418"/>
                  </a:moveTo>
                  <a:cubicBezTo>
                    <a:pt x="6805012" y="6691408"/>
                    <a:pt x="6796183" y="6700237"/>
                    <a:pt x="6801193" y="6705257"/>
                  </a:cubicBezTo>
                  <a:cubicBezTo>
                    <a:pt x="6806213" y="6710267"/>
                    <a:pt x="6815042" y="6701438"/>
                    <a:pt x="6810032" y="6696418"/>
                  </a:cubicBezTo>
                  <a:close/>
                  <a:moveTo>
                    <a:pt x="6733861" y="6918208"/>
                  </a:moveTo>
                  <a:cubicBezTo>
                    <a:pt x="6730536" y="6919646"/>
                    <a:pt x="6733146" y="6926751"/>
                    <a:pt x="6729889" y="6928333"/>
                  </a:cubicBezTo>
                  <a:cubicBezTo>
                    <a:pt x="6725841" y="6930285"/>
                    <a:pt x="6704105" y="6897367"/>
                    <a:pt x="6699218" y="6891214"/>
                  </a:cubicBezTo>
                  <a:cubicBezTo>
                    <a:pt x="6700266" y="6907797"/>
                    <a:pt x="6708086" y="6954336"/>
                    <a:pt x="6701904" y="6966976"/>
                  </a:cubicBezTo>
                  <a:cubicBezTo>
                    <a:pt x="6683550" y="7004542"/>
                    <a:pt x="6714877" y="6931495"/>
                    <a:pt x="6689836" y="6974977"/>
                  </a:cubicBezTo>
                  <a:cubicBezTo>
                    <a:pt x="6665138" y="6909121"/>
                    <a:pt x="6681664" y="6833902"/>
                    <a:pt x="6674729" y="6765455"/>
                  </a:cubicBezTo>
                  <a:cubicBezTo>
                    <a:pt x="6637782" y="6780181"/>
                    <a:pt x="6557115" y="6811023"/>
                    <a:pt x="6532655" y="6841217"/>
                  </a:cubicBezTo>
                  <a:cubicBezTo>
                    <a:pt x="6504851" y="6875555"/>
                    <a:pt x="6496345" y="6921322"/>
                    <a:pt x="6476533" y="6958565"/>
                  </a:cubicBezTo>
                  <a:cubicBezTo>
                    <a:pt x="6475476" y="6955669"/>
                    <a:pt x="6470218" y="6955746"/>
                    <a:pt x="6469323" y="6952802"/>
                  </a:cubicBezTo>
                  <a:cubicBezTo>
                    <a:pt x="6461884" y="6928399"/>
                    <a:pt x="6480362" y="6892509"/>
                    <a:pt x="6488125" y="6869954"/>
                  </a:cubicBezTo>
                  <a:cubicBezTo>
                    <a:pt x="6459455" y="6877136"/>
                    <a:pt x="6431471" y="6880584"/>
                    <a:pt x="6401343" y="6881203"/>
                  </a:cubicBezTo>
                  <a:cubicBezTo>
                    <a:pt x="6426089" y="6932600"/>
                    <a:pt x="6463208" y="6977482"/>
                    <a:pt x="6477219" y="7033927"/>
                  </a:cubicBezTo>
                  <a:cubicBezTo>
                    <a:pt x="6432918" y="7001856"/>
                    <a:pt x="6391437" y="6899615"/>
                    <a:pt x="6356575" y="6877955"/>
                  </a:cubicBezTo>
                  <a:cubicBezTo>
                    <a:pt x="6335020" y="6864563"/>
                    <a:pt x="6273327" y="6880631"/>
                    <a:pt x="6247143" y="6884127"/>
                  </a:cubicBezTo>
                  <a:cubicBezTo>
                    <a:pt x="6164094" y="6895205"/>
                    <a:pt x="6095267" y="6885213"/>
                    <a:pt x="6013323" y="6879041"/>
                  </a:cubicBezTo>
                  <a:cubicBezTo>
                    <a:pt x="6037116" y="6919551"/>
                    <a:pt x="6063463" y="6962461"/>
                    <a:pt x="6062320" y="7009924"/>
                  </a:cubicBezTo>
                  <a:cubicBezTo>
                    <a:pt x="6035792" y="6983892"/>
                    <a:pt x="6072769" y="7029869"/>
                    <a:pt x="6050680" y="7004333"/>
                  </a:cubicBezTo>
                  <a:cubicBezTo>
                    <a:pt x="6038812" y="6990617"/>
                    <a:pt x="6033859" y="6966166"/>
                    <a:pt x="6025629" y="6949888"/>
                  </a:cubicBezTo>
                  <a:cubicBezTo>
                    <a:pt x="5988310" y="6876107"/>
                    <a:pt x="5937447" y="6805641"/>
                    <a:pt x="5869562" y="6900015"/>
                  </a:cubicBezTo>
                  <a:cubicBezTo>
                    <a:pt x="5850379" y="6926694"/>
                    <a:pt x="5838358" y="6955184"/>
                    <a:pt x="5815060" y="6977901"/>
                  </a:cubicBezTo>
                  <a:cubicBezTo>
                    <a:pt x="5813669" y="6936686"/>
                    <a:pt x="5834405" y="6898338"/>
                    <a:pt x="5857827" y="6864325"/>
                  </a:cubicBezTo>
                  <a:cubicBezTo>
                    <a:pt x="5821309" y="6857771"/>
                    <a:pt x="5786714" y="6851123"/>
                    <a:pt x="5753100" y="6833892"/>
                  </a:cubicBezTo>
                  <a:cubicBezTo>
                    <a:pt x="5753119" y="6835607"/>
                    <a:pt x="5747852" y="6832997"/>
                    <a:pt x="5748023" y="6834702"/>
                  </a:cubicBezTo>
                  <a:cubicBezTo>
                    <a:pt x="5749223" y="6846789"/>
                    <a:pt x="5765892" y="6855304"/>
                    <a:pt x="5770521" y="6866049"/>
                  </a:cubicBezTo>
                  <a:cubicBezTo>
                    <a:pt x="5785637" y="6901215"/>
                    <a:pt x="5759806" y="6844560"/>
                    <a:pt x="5768807" y="6880041"/>
                  </a:cubicBezTo>
                  <a:cubicBezTo>
                    <a:pt x="5737374" y="6853199"/>
                    <a:pt x="5714257" y="6819443"/>
                    <a:pt x="5682939" y="6792887"/>
                  </a:cubicBezTo>
                  <a:cubicBezTo>
                    <a:pt x="5633037" y="6832254"/>
                    <a:pt x="5572173" y="6943849"/>
                    <a:pt x="5596442" y="7009724"/>
                  </a:cubicBezTo>
                  <a:cubicBezTo>
                    <a:pt x="5615130" y="7060454"/>
                    <a:pt x="5731307" y="7130482"/>
                    <a:pt x="5784628" y="7121595"/>
                  </a:cubicBezTo>
                  <a:cubicBezTo>
                    <a:pt x="5802878" y="7118556"/>
                    <a:pt x="5816508" y="7103440"/>
                    <a:pt x="5829986" y="7092163"/>
                  </a:cubicBezTo>
                  <a:cubicBezTo>
                    <a:pt x="5824252" y="7084905"/>
                    <a:pt x="5810031" y="7069579"/>
                    <a:pt x="5809793" y="7059625"/>
                  </a:cubicBezTo>
                  <a:cubicBezTo>
                    <a:pt x="5808888" y="7021897"/>
                    <a:pt x="5908653" y="6993284"/>
                    <a:pt x="5937818" y="6991855"/>
                  </a:cubicBezTo>
                  <a:cubicBezTo>
                    <a:pt x="5955668" y="6990988"/>
                    <a:pt x="5972346" y="6994789"/>
                    <a:pt x="5989301" y="6999913"/>
                  </a:cubicBezTo>
                  <a:cubicBezTo>
                    <a:pt x="6055424" y="7019887"/>
                    <a:pt x="6044679" y="7042604"/>
                    <a:pt x="6078207" y="7088896"/>
                  </a:cubicBezTo>
                  <a:cubicBezTo>
                    <a:pt x="6095752" y="7113108"/>
                    <a:pt x="6143254" y="7152323"/>
                    <a:pt x="6174638" y="7150170"/>
                  </a:cubicBezTo>
                  <a:cubicBezTo>
                    <a:pt x="6265021" y="7143969"/>
                    <a:pt x="6381969" y="7035784"/>
                    <a:pt x="6480820" y="7057206"/>
                  </a:cubicBezTo>
                  <a:cubicBezTo>
                    <a:pt x="6482324" y="7102650"/>
                    <a:pt x="6491078" y="7112632"/>
                    <a:pt x="6538989" y="7094801"/>
                  </a:cubicBezTo>
                  <a:cubicBezTo>
                    <a:pt x="6571269" y="7082780"/>
                    <a:pt x="6601073" y="7069379"/>
                    <a:pt x="6628743" y="7048557"/>
                  </a:cubicBezTo>
                  <a:cubicBezTo>
                    <a:pt x="6650193" y="7032412"/>
                    <a:pt x="6668481" y="7003866"/>
                    <a:pt x="6694599" y="6995341"/>
                  </a:cubicBezTo>
                  <a:cubicBezTo>
                    <a:pt x="6728374" y="6984321"/>
                    <a:pt x="6722526" y="7034451"/>
                    <a:pt x="6769799" y="7037003"/>
                  </a:cubicBezTo>
                  <a:cubicBezTo>
                    <a:pt x="6814471" y="7039423"/>
                    <a:pt x="6912054" y="6919436"/>
                    <a:pt x="6929942" y="6880736"/>
                  </a:cubicBezTo>
                  <a:cubicBezTo>
                    <a:pt x="6941201" y="6856390"/>
                    <a:pt x="6906568" y="6829282"/>
                    <a:pt x="6892185" y="6813233"/>
                  </a:cubicBezTo>
                  <a:cubicBezTo>
                    <a:pt x="6853990" y="6770580"/>
                    <a:pt x="6789087" y="6689293"/>
                    <a:pt x="6726260" y="6731727"/>
                  </a:cubicBezTo>
                  <a:cubicBezTo>
                    <a:pt x="6717011" y="6737975"/>
                    <a:pt x="6705819" y="6744014"/>
                    <a:pt x="6701323" y="6754939"/>
                  </a:cubicBezTo>
                  <a:cubicBezTo>
                    <a:pt x="6685064" y="6794430"/>
                    <a:pt x="6722374" y="6832054"/>
                    <a:pt x="6730994" y="6868001"/>
                  </a:cubicBezTo>
                  <a:cubicBezTo>
                    <a:pt x="6734956" y="6884508"/>
                    <a:pt x="6733680" y="6901405"/>
                    <a:pt x="6733861" y="6918208"/>
                  </a:cubicBezTo>
                  <a:close/>
                  <a:moveTo>
                    <a:pt x="7859039" y="6728050"/>
                  </a:moveTo>
                  <a:cubicBezTo>
                    <a:pt x="7938211" y="6824843"/>
                    <a:pt x="8196272" y="6988683"/>
                    <a:pt x="8321878" y="6986921"/>
                  </a:cubicBezTo>
                  <a:cubicBezTo>
                    <a:pt x="8252612" y="6937086"/>
                    <a:pt x="8164135" y="6913350"/>
                    <a:pt x="8088687" y="6873250"/>
                  </a:cubicBezTo>
                  <a:cubicBezTo>
                    <a:pt x="8037176" y="6845865"/>
                    <a:pt x="7987322" y="6816138"/>
                    <a:pt x="7939030" y="6783381"/>
                  </a:cubicBezTo>
                  <a:cubicBezTo>
                    <a:pt x="7911827" y="6764931"/>
                    <a:pt x="7887576" y="6743395"/>
                    <a:pt x="7859039" y="6728050"/>
                  </a:cubicBezTo>
                  <a:close/>
                  <a:moveTo>
                    <a:pt x="5772493" y="6877393"/>
                  </a:moveTo>
                  <a:cubicBezTo>
                    <a:pt x="5777513" y="6872383"/>
                    <a:pt x="5786342" y="6881212"/>
                    <a:pt x="5781332" y="6886232"/>
                  </a:cubicBezTo>
                  <a:cubicBezTo>
                    <a:pt x="5776312" y="6891242"/>
                    <a:pt x="5767483" y="6882413"/>
                    <a:pt x="5772493" y="6877393"/>
                  </a:cubicBezTo>
                  <a:close/>
                  <a:moveTo>
                    <a:pt x="3744249" y="7660386"/>
                  </a:moveTo>
                  <a:cubicBezTo>
                    <a:pt x="3780234" y="7662796"/>
                    <a:pt x="3712674" y="7666844"/>
                    <a:pt x="3754088" y="7665006"/>
                  </a:cubicBezTo>
                  <a:cubicBezTo>
                    <a:pt x="3776224" y="7664034"/>
                    <a:pt x="3782930" y="7659053"/>
                    <a:pt x="3808524" y="7661862"/>
                  </a:cubicBezTo>
                  <a:cubicBezTo>
                    <a:pt x="3804628" y="7664587"/>
                    <a:pt x="3782301" y="7678655"/>
                    <a:pt x="3782844" y="7682741"/>
                  </a:cubicBezTo>
                  <a:cubicBezTo>
                    <a:pt x="3783625" y="7688647"/>
                    <a:pt x="3850881" y="7718346"/>
                    <a:pt x="3860216" y="7722479"/>
                  </a:cubicBezTo>
                  <a:cubicBezTo>
                    <a:pt x="3858968" y="7671283"/>
                    <a:pt x="3867874" y="7767114"/>
                    <a:pt x="3863978" y="7716641"/>
                  </a:cubicBezTo>
                  <a:cubicBezTo>
                    <a:pt x="3863235" y="7707087"/>
                    <a:pt x="3856625" y="7700772"/>
                    <a:pt x="3857939" y="7690133"/>
                  </a:cubicBezTo>
                  <a:cubicBezTo>
                    <a:pt x="3860806" y="7667054"/>
                    <a:pt x="3880609" y="7647118"/>
                    <a:pt x="3884257" y="7623867"/>
                  </a:cubicBezTo>
                  <a:cubicBezTo>
                    <a:pt x="3887695" y="7601883"/>
                    <a:pt x="3885200" y="7578147"/>
                    <a:pt x="3886724" y="7555878"/>
                  </a:cubicBezTo>
                  <a:cubicBezTo>
                    <a:pt x="3888657" y="7527522"/>
                    <a:pt x="3894906" y="7499566"/>
                    <a:pt x="3896239" y="7471153"/>
                  </a:cubicBezTo>
                  <a:cubicBezTo>
                    <a:pt x="3897525" y="7443568"/>
                    <a:pt x="3876056" y="7422499"/>
                    <a:pt x="3874513" y="7395277"/>
                  </a:cubicBezTo>
                  <a:cubicBezTo>
                    <a:pt x="3871036" y="7333812"/>
                    <a:pt x="3877808" y="7438406"/>
                    <a:pt x="3878056" y="7377436"/>
                  </a:cubicBezTo>
                  <a:cubicBezTo>
                    <a:pt x="3881857" y="7382875"/>
                    <a:pt x="3893553" y="7405487"/>
                    <a:pt x="3900611" y="7406345"/>
                  </a:cubicBezTo>
                  <a:cubicBezTo>
                    <a:pt x="3904621" y="7406840"/>
                    <a:pt x="3904907" y="7397239"/>
                    <a:pt x="3904945" y="7396963"/>
                  </a:cubicBezTo>
                  <a:lnTo>
                    <a:pt x="3909632" y="7357148"/>
                  </a:lnTo>
                  <a:cubicBezTo>
                    <a:pt x="3913422" y="7337079"/>
                    <a:pt x="3910708" y="7315581"/>
                    <a:pt x="3915413" y="7295893"/>
                  </a:cubicBezTo>
                  <a:cubicBezTo>
                    <a:pt x="3917452" y="7287377"/>
                    <a:pt x="3923852" y="7281196"/>
                    <a:pt x="3926977" y="7273128"/>
                  </a:cubicBezTo>
                  <a:cubicBezTo>
                    <a:pt x="3934292" y="7254269"/>
                    <a:pt x="3935092" y="7224827"/>
                    <a:pt x="3930501" y="7205329"/>
                  </a:cubicBezTo>
                  <a:cubicBezTo>
                    <a:pt x="3918937" y="7156275"/>
                    <a:pt x="3857930" y="7131653"/>
                    <a:pt x="3815525" y="7117480"/>
                  </a:cubicBezTo>
                  <a:cubicBezTo>
                    <a:pt x="3804142" y="7113670"/>
                    <a:pt x="3787550" y="7111175"/>
                    <a:pt x="3777729" y="7103926"/>
                  </a:cubicBezTo>
                  <a:cubicBezTo>
                    <a:pt x="3752869" y="7085581"/>
                    <a:pt x="3796189" y="7115061"/>
                    <a:pt x="3771538" y="7092144"/>
                  </a:cubicBezTo>
                  <a:cubicBezTo>
                    <a:pt x="3840680" y="7088591"/>
                    <a:pt x="3885962" y="7123728"/>
                    <a:pt x="3935549" y="7168601"/>
                  </a:cubicBezTo>
                  <a:cubicBezTo>
                    <a:pt x="3947112" y="7151741"/>
                    <a:pt x="3975440" y="7119376"/>
                    <a:pt x="3973106" y="7097373"/>
                  </a:cubicBezTo>
                  <a:cubicBezTo>
                    <a:pt x="3968344" y="7052510"/>
                    <a:pt x="3858244" y="6978158"/>
                    <a:pt x="3816506" y="6972852"/>
                  </a:cubicBezTo>
                  <a:cubicBezTo>
                    <a:pt x="3790960" y="6969604"/>
                    <a:pt x="3762213" y="6979377"/>
                    <a:pt x="3743992" y="6997370"/>
                  </a:cubicBezTo>
                  <a:cubicBezTo>
                    <a:pt x="3708711" y="7032212"/>
                    <a:pt x="3710635" y="7080523"/>
                    <a:pt x="3695290" y="7123776"/>
                  </a:cubicBezTo>
                  <a:cubicBezTo>
                    <a:pt x="3652199" y="7245220"/>
                    <a:pt x="3584658" y="7377541"/>
                    <a:pt x="3639626" y="7507519"/>
                  </a:cubicBezTo>
                  <a:cubicBezTo>
                    <a:pt x="3655181" y="7544305"/>
                    <a:pt x="3684565" y="7508986"/>
                    <a:pt x="3711873" y="7524236"/>
                  </a:cubicBezTo>
                  <a:cubicBezTo>
                    <a:pt x="3755517" y="7548591"/>
                    <a:pt x="3752898" y="7619238"/>
                    <a:pt x="3744249" y="7660386"/>
                  </a:cubicBezTo>
                  <a:close/>
                  <a:moveTo>
                    <a:pt x="5868457" y="7047224"/>
                  </a:moveTo>
                  <a:cubicBezTo>
                    <a:pt x="5935942" y="7062387"/>
                    <a:pt x="6003417" y="7097506"/>
                    <a:pt x="6051585" y="7147770"/>
                  </a:cubicBezTo>
                  <a:cubicBezTo>
                    <a:pt x="6024305" y="7142740"/>
                    <a:pt x="6062767" y="7156104"/>
                    <a:pt x="6039688" y="7148894"/>
                  </a:cubicBezTo>
                  <a:cubicBezTo>
                    <a:pt x="5989339" y="7133168"/>
                    <a:pt x="5947381" y="7080190"/>
                    <a:pt x="5892422" y="7076961"/>
                  </a:cubicBezTo>
                  <a:cubicBezTo>
                    <a:pt x="5862923" y="7075237"/>
                    <a:pt x="5844102" y="7118671"/>
                    <a:pt x="5821518" y="7132787"/>
                  </a:cubicBezTo>
                  <a:cubicBezTo>
                    <a:pt x="5795086" y="7149294"/>
                    <a:pt x="5769559" y="7141445"/>
                    <a:pt x="5741794" y="7148646"/>
                  </a:cubicBezTo>
                  <a:cubicBezTo>
                    <a:pt x="5712609" y="7156218"/>
                    <a:pt x="5763901" y="7145360"/>
                    <a:pt x="5730669" y="7157647"/>
                  </a:cubicBezTo>
                  <a:cubicBezTo>
                    <a:pt x="5782694" y="7177649"/>
                    <a:pt x="5840130" y="7188622"/>
                    <a:pt x="5894946" y="7200290"/>
                  </a:cubicBezTo>
                  <a:lnTo>
                    <a:pt x="5996330" y="7226484"/>
                  </a:lnTo>
                  <a:cubicBezTo>
                    <a:pt x="6053957" y="7239648"/>
                    <a:pt x="6112764" y="7247353"/>
                    <a:pt x="6170819" y="7258002"/>
                  </a:cubicBezTo>
                  <a:cubicBezTo>
                    <a:pt x="6210500" y="7265270"/>
                    <a:pt x="6310141" y="7286549"/>
                    <a:pt x="6346422" y="7267280"/>
                  </a:cubicBezTo>
                  <a:cubicBezTo>
                    <a:pt x="6366234" y="7256755"/>
                    <a:pt x="6415888" y="7124414"/>
                    <a:pt x="6419279" y="7099725"/>
                  </a:cubicBezTo>
                  <a:cubicBezTo>
                    <a:pt x="6426441" y="7047548"/>
                    <a:pt x="6413097" y="7136749"/>
                    <a:pt x="6416602" y="7087276"/>
                  </a:cubicBezTo>
                  <a:cubicBezTo>
                    <a:pt x="6336706" y="7111613"/>
                    <a:pt x="6227655" y="7191546"/>
                    <a:pt x="6144330" y="7173497"/>
                  </a:cubicBezTo>
                  <a:cubicBezTo>
                    <a:pt x="6034135" y="7149636"/>
                    <a:pt x="6005808" y="6946097"/>
                    <a:pt x="5868457" y="7047224"/>
                  </a:cubicBezTo>
                  <a:close/>
                  <a:moveTo>
                    <a:pt x="4334875" y="7033079"/>
                  </a:moveTo>
                  <a:cubicBezTo>
                    <a:pt x="4311415" y="7035203"/>
                    <a:pt x="4232920" y="7036194"/>
                    <a:pt x="4217765" y="7049567"/>
                  </a:cubicBezTo>
                  <a:cubicBezTo>
                    <a:pt x="4206554" y="7059454"/>
                    <a:pt x="4187523" y="7203691"/>
                    <a:pt x="4183894" y="7228361"/>
                  </a:cubicBezTo>
                  <a:cubicBezTo>
                    <a:pt x="4181789" y="7242724"/>
                    <a:pt x="4170550" y="7273690"/>
                    <a:pt x="4182351" y="7285653"/>
                  </a:cubicBezTo>
                  <a:cubicBezTo>
                    <a:pt x="4207669" y="7311323"/>
                    <a:pt x="4347810" y="7378856"/>
                    <a:pt x="4388644" y="7400973"/>
                  </a:cubicBezTo>
                  <a:lnTo>
                    <a:pt x="4645981" y="7537799"/>
                  </a:lnTo>
                  <a:cubicBezTo>
                    <a:pt x="4715037" y="7574518"/>
                    <a:pt x="4784522" y="7614847"/>
                    <a:pt x="4856740" y="7645060"/>
                  </a:cubicBezTo>
                  <a:cubicBezTo>
                    <a:pt x="4885525" y="7657100"/>
                    <a:pt x="4996348" y="7620962"/>
                    <a:pt x="5031886" y="7612609"/>
                  </a:cubicBezTo>
                  <a:cubicBezTo>
                    <a:pt x="5194383" y="7574423"/>
                    <a:pt x="5355565" y="7530332"/>
                    <a:pt x="5517671" y="7490146"/>
                  </a:cubicBezTo>
                  <a:cubicBezTo>
                    <a:pt x="5606234" y="7468191"/>
                    <a:pt x="5696274" y="7452274"/>
                    <a:pt x="5785266" y="7432138"/>
                  </a:cubicBezTo>
                  <a:cubicBezTo>
                    <a:pt x="5808688" y="7426843"/>
                    <a:pt x="5863514" y="7422280"/>
                    <a:pt x="5881421" y="7408059"/>
                  </a:cubicBezTo>
                  <a:cubicBezTo>
                    <a:pt x="5890003" y="7401239"/>
                    <a:pt x="5890527" y="7380627"/>
                    <a:pt x="5892670" y="7370350"/>
                  </a:cubicBezTo>
                  <a:cubicBezTo>
                    <a:pt x="5896508" y="7351947"/>
                    <a:pt x="5923588" y="7265556"/>
                    <a:pt x="5921902" y="7255183"/>
                  </a:cubicBezTo>
                  <a:cubicBezTo>
                    <a:pt x="5918254" y="7232828"/>
                    <a:pt x="5850560" y="7223655"/>
                    <a:pt x="5830653" y="7219798"/>
                  </a:cubicBezTo>
                  <a:cubicBezTo>
                    <a:pt x="5737650" y="7201729"/>
                    <a:pt x="5647172" y="7171344"/>
                    <a:pt x="5554666" y="7150608"/>
                  </a:cubicBezTo>
                  <a:cubicBezTo>
                    <a:pt x="5426726" y="7121938"/>
                    <a:pt x="5297310" y="7091667"/>
                    <a:pt x="5167960" y="7070255"/>
                  </a:cubicBezTo>
                  <a:cubicBezTo>
                    <a:pt x="4916510" y="7028640"/>
                    <a:pt x="4587926" y="7010219"/>
                    <a:pt x="4334875" y="7033079"/>
                  </a:cubicBezTo>
                  <a:close/>
                  <a:moveTo>
                    <a:pt x="6037221" y="7057215"/>
                  </a:moveTo>
                  <a:cubicBezTo>
                    <a:pt x="6033735" y="7053120"/>
                    <a:pt x="6032830" y="7032850"/>
                    <a:pt x="6022048" y="7039404"/>
                  </a:cubicBezTo>
                  <a:cubicBezTo>
                    <a:pt x="6010780" y="7046243"/>
                    <a:pt x="6035926" y="7055691"/>
                    <a:pt x="6037221" y="7057215"/>
                  </a:cubicBezTo>
                  <a:close/>
                  <a:moveTo>
                    <a:pt x="3981450" y="7048500"/>
                  </a:moveTo>
                  <a:cubicBezTo>
                    <a:pt x="3958828" y="7048500"/>
                    <a:pt x="3982345" y="7067150"/>
                    <a:pt x="3988775" y="7066045"/>
                  </a:cubicBezTo>
                  <a:cubicBezTo>
                    <a:pt x="3989537" y="7065912"/>
                    <a:pt x="3997681" y="7048500"/>
                    <a:pt x="3981450" y="7048500"/>
                  </a:cubicBezTo>
                  <a:close/>
                  <a:moveTo>
                    <a:pt x="3095939" y="7085724"/>
                  </a:moveTo>
                  <a:cubicBezTo>
                    <a:pt x="3126638" y="7105488"/>
                    <a:pt x="3141364" y="7103897"/>
                    <a:pt x="3174759" y="7117613"/>
                  </a:cubicBezTo>
                  <a:cubicBezTo>
                    <a:pt x="3227603" y="7139302"/>
                    <a:pt x="3272971" y="7167343"/>
                    <a:pt x="3318148" y="7201929"/>
                  </a:cubicBezTo>
                  <a:cubicBezTo>
                    <a:pt x="3322482" y="7183003"/>
                    <a:pt x="3333159" y="7152084"/>
                    <a:pt x="3323177" y="7132082"/>
                  </a:cubicBezTo>
                  <a:cubicBezTo>
                    <a:pt x="3316300" y="7118280"/>
                    <a:pt x="3281324" y="7113203"/>
                    <a:pt x="3267999" y="7109746"/>
                  </a:cubicBezTo>
                  <a:cubicBezTo>
                    <a:pt x="3212716" y="7095401"/>
                    <a:pt x="3152699" y="7089124"/>
                    <a:pt x="3095939" y="7085724"/>
                  </a:cubicBezTo>
                  <a:close/>
                  <a:moveTo>
                    <a:pt x="4052354" y="7286625"/>
                  </a:moveTo>
                  <a:cubicBezTo>
                    <a:pt x="4052687" y="7284634"/>
                    <a:pt x="4056431" y="7284911"/>
                    <a:pt x="4057269" y="7283063"/>
                  </a:cubicBezTo>
                  <a:lnTo>
                    <a:pt x="4057040" y="7258660"/>
                  </a:lnTo>
                  <a:cubicBezTo>
                    <a:pt x="4045391" y="7247020"/>
                    <a:pt x="4047668" y="7279786"/>
                    <a:pt x="4048430" y="7282082"/>
                  </a:cubicBezTo>
                  <a:cubicBezTo>
                    <a:pt x="4049068" y="7283987"/>
                    <a:pt x="4052173" y="7284634"/>
                    <a:pt x="4052354" y="7286625"/>
                  </a:cubicBezTo>
                  <a:close/>
                  <a:moveTo>
                    <a:pt x="6207214" y="7309723"/>
                  </a:moveTo>
                  <a:cubicBezTo>
                    <a:pt x="6196917" y="7360034"/>
                    <a:pt x="6180411" y="7413603"/>
                    <a:pt x="6175534" y="7465219"/>
                  </a:cubicBezTo>
                  <a:cubicBezTo>
                    <a:pt x="6211672" y="7436501"/>
                    <a:pt x="6246371" y="7403573"/>
                    <a:pt x="6291482" y="7394962"/>
                  </a:cubicBezTo>
                  <a:cubicBezTo>
                    <a:pt x="6269879" y="7442311"/>
                    <a:pt x="6204737" y="7464400"/>
                    <a:pt x="6170552" y="7503652"/>
                  </a:cubicBezTo>
                  <a:cubicBezTo>
                    <a:pt x="6149178" y="7528189"/>
                    <a:pt x="6138967" y="7621743"/>
                    <a:pt x="6138120" y="7654528"/>
                  </a:cubicBezTo>
                  <a:cubicBezTo>
                    <a:pt x="6186735" y="7661681"/>
                    <a:pt x="6326743" y="7657090"/>
                    <a:pt x="6361948" y="7619505"/>
                  </a:cubicBezTo>
                  <a:cubicBezTo>
                    <a:pt x="6414792" y="7563088"/>
                    <a:pt x="6414954" y="7432167"/>
                    <a:pt x="6393494" y="7362758"/>
                  </a:cubicBezTo>
                  <a:cubicBezTo>
                    <a:pt x="6388818" y="7347661"/>
                    <a:pt x="6384817" y="7307751"/>
                    <a:pt x="6370034" y="7299741"/>
                  </a:cubicBezTo>
                  <a:cubicBezTo>
                    <a:pt x="6331391" y="7278805"/>
                    <a:pt x="6252267" y="7311419"/>
                    <a:pt x="6207214" y="7309723"/>
                  </a:cubicBezTo>
                  <a:close/>
                  <a:moveTo>
                    <a:pt x="3867493" y="7372693"/>
                  </a:moveTo>
                  <a:cubicBezTo>
                    <a:pt x="3872513" y="7367683"/>
                    <a:pt x="3881342" y="7376512"/>
                    <a:pt x="3876332" y="7381532"/>
                  </a:cubicBezTo>
                  <a:cubicBezTo>
                    <a:pt x="3871312" y="7386542"/>
                    <a:pt x="3862483" y="7377713"/>
                    <a:pt x="3867493" y="7372693"/>
                  </a:cubicBezTo>
                  <a:close/>
                  <a:moveTo>
                    <a:pt x="4157462" y="7406154"/>
                  </a:moveTo>
                  <a:cubicBezTo>
                    <a:pt x="4149433" y="7541104"/>
                    <a:pt x="4122058" y="7687704"/>
                    <a:pt x="4138155" y="7821701"/>
                  </a:cubicBezTo>
                  <a:cubicBezTo>
                    <a:pt x="4258970" y="7794669"/>
                    <a:pt x="4378252" y="7759275"/>
                    <a:pt x="4497800" y="7727071"/>
                  </a:cubicBezTo>
                  <a:cubicBezTo>
                    <a:pt x="4553731" y="7712012"/>
                    <a:pt x="4616225" y="7704792"/>
                    <a:pt x="4668288" y="7681236"/>
                  </a:cubicBezTo>
                  <a:cubicBezTo>
                    <a:pt x="4538720" y="7628372"/>
                    <a:pt x="4416142" y="7555773"/>
                    <a:pt x="4295508" y="7485193"/>
                  </a:cubicBezTo>
                  <a:cubicBezTo>
                    <a:pt x="4258037" y="7463266"/>
                    <a:pt x="4206126" y="7423566"/>
                    <a:pt x="4169559" y="7407097"/>
                  </a:cubicBezTo>
                  <a:cubicBezTo>
                    <a:pt x="4121648" y="7385514"/>
                    <a:pt x="4200573" y="7422213"/>
                    <a:pt x="4157462" y="7406154"/>
                  </a:cubicBezTo>
                  <a:close/>
                  <a:moveTo>
                    <a:pt x="5971604" y="7439596"/>
                  </a:moveTo>
                  <a:cubicBezTo>
                    <a:pt x="5958688" y="7426690"/>
                    <a:pt x="5961745" y="7475068"/>
                    <a:pt x="5963221" y="7476554"/>
                  </a:cubicBezTo>
                  <a:cubicBezTo>
                    <a:pt x="5976137" y="7489460"/>
                    <a:pt x="5973080" y="7441082"/>
                    <a:pt x="5971604" y="7439596"/>
                  </a:cubicBezTo>
                  <a:close/>
                  <a:moveTo>
                    <a:pt x="5049231" y="7734624"/>
                  </a:moveTo>
                  <a:cubicBezTo>
                    <a:pt x="5091551" y="7759151"/>
                    <a:pt x="5138652" y="7774400"/>
                    <a:pt x="5183200" y="7794974"/>
                  </a:cubicBezTo>
                  <a:cubicBezTo>
                    <a:pt x="5295005" y="7846590"/>
                    <a:pt x="5408781" y="7891234"/>
                    <a:pt x="5523405" y="7935716"/>
                  </a:cubicBezTo>
                  <a:cubicBezTo>
                    <a:pt x="5595585" y="7963729"/>
                    <a:pt x="5703865" y="8017697"/>
                    <a:pt x="5776789" y="8025517"/>
                  </a:cubicBezTo>
                  <a:cubicBezTo>
                    <a:pt x="5792200" y="7857134"/>
                    <a:pt x="5844388" y="7693933"/>
                    <a:pt x="5864533" y="7526874"/>
                  </a:cubicBezTo>
                  <a:cubicBezTo>
                    <a:pt x="5804649" y="7536847"/>
                    <a:pt x="5748614" y="7561697"/>
                    <a:pt x="5690911" y="7580795"/>
                  </a:cubicBezTo>
                  <a:cubicBezTo>
                    <a:pt x="5612797" y="7606646"/>
                    <a:pt x="5530463" y="7629230"/>
                    <a:pt x="5450319" y="7647975"/>
                  </a:cubicBezTo>
                  <a:cubicBezTo>
                    <a:pt x="5378282" y="7664834"/>
                    <a:pt x="5305215" y="7682903"/>
                    <a:pt x="5232302" y="7695457"/>
                  </a:cubicBezTo>
                  <a:cubicBezTo>
                    <a:pt x="5175009" y="7705315"/>
                    <a:pt x="5112296" y="7707944"/>
                    <a:pt x="5056965" y="7726451"/>
                  </a:cubicBezTo>
                  <a:cubicBezTo>
                    <a:pt x="5019875" y="7738862"/>
                    <a:pt x="5082188" y="7719031"/>
                    <a:pt x="5049231" y="7734624"/>
                  </a:cubicBezTo>
                  <a:close/>
                  <a:moveTo>
                    <a:pt x="3743573" y="7534580"/>
                  </a:moveTo>
                  <a:cubicBezTo>
                    <a:pt x="3761394" y="7538190"/>
                    <a:pt x="3788978" y="7538247"/>
                    <a:pt x="3803485" y="7552811"/>
                  </a:cubicBezTo>
                  <a:cubicBezTo>
                    <a:pt x="3872713" y="7622238"/>
                    <a:pt x="3756431" y="7506614"/>
                    <a:pt x="3807885" y="7564641"/>
                  </a:cubicBezTo>
                  <a:cubicBezTo>
                    <a:pt x="3791645" y="7562431"/>
                    <a:pt x="3757774" y="7563803"/>
                    <a:pt x="3746202" y="7548324"/>
                  </a:cubicBezTo>
                  <a:cubicBezTo>
                    <a:pt x="3718303" y="7510996"/>
                    <a:pt x="3769814" y="7576147"/>
                    <a:pt x="3743573" y="7534580"/>
                  </a:cubicBezTo>
                  <a:close/>
                  <a:moveTo>
                    <a:pt x="4129383" y="7957966"/>
                  </a:moveTo>
                  <a:cubicBezTo>
                    <a:pt x="4298461" y="8059026"/>
                    <a:pt x="4474531" y="8144923"/>
                    <a:pt x="4649314" y="8234963"/>
                  </a:cubicBezTo>
                  <a:cubicBezTo>
                    <a:pt x="4687062" y="8254413"/>
                    <a:pt x="4852740" y="8345195"/>
                    <a:pt x="4883267" y="8348777"/>
                  </a:cubicBezTo>
                  <a:cubicBezTo>
                    <a:pt x="4904194" y="8351225"/>
                    <a:pt x="5099437" y="8298513"/>
                    <a:pt x="5135804" y="8289646"/>
                  </a:cubicBezTo>
                  <a:cubicBezTo>
                    <a:pt x="5271583" y="8256546"/>
                    <a:pt x="5407362" y="8222485"/>
                    <a:pt x="5544055" y="8193529"/>
                  </a:cubicBezTo>
                  <a:cubicBezTo>
                    <a:pt x="5604148" y="8180803"/>
                    <a:pt x="5674871" y="8174793"/>
                    <a:pt x="5730545" y="8151762"/>
                  </a:cubicBezTo>
                  <a:cubicBezTo>
                    <a:pt x="5671880" y="8122815"/>
                    <a:pt x="5606796" y="8099727"/>
                    <a:pt x="5545131" y="8074895"/>
                  </a:cubicBezTo>
                  <a:cubicBezTo>
                    <a:pt x="5399199" y="8016126"/>
                    <a:pt x="5252256" y="7958623"/>
                    <a:pt x="5108677" y="7894177"/>
                  </a:cubicBezTo>
                  <a:lnTo>
                    <a:pt x="4903365" y="7798679"/>
                  </a:lnTo>
                  <a:cubicBezTo>
                    <a:pt x="4883858" y="7789097"/>
                    <a:pt x="4860550" y="7769704"/>
                    <a:pt x="4838662" y="7767590"/>
                  </a:cubicBezTo>
                  <a:cubicBezTo>
                    <a:pt x="4811287" y="7764942"/>
                    <a:pt x="4671860" y="7807890"/>
                    <a:pt x="4636303" y="7817644"/>
                  </a:cubicBezTo>
                  <a:lnTo>
                    <a:pt x="4531071" y="7842361"/>
                  </a:lnTo>
                  <a:cubicBezTo>
                    <a:pt x="4457881" y="7861802"/>
                    <a:pt x="4386558" y="7887672"/>
                    <a:pt x="4312644" y="7904969"/>
                  </a:cubicBezTo>
                  <a:cubicBezTo>
                    <a:pt x="4269372" y="7915094"/>
                    <a:pt x="4175541" y="7931591"/>
                    <a:pt x="4139432" y="7947365"/>
                  </a:cubicBezTo>
                  <a:cubicBezTo>
                    <a:pt x="4107971" y="7961100"/>
                    <a:pt x="4162387" y="7939259"/>
                    <a:pt x="4129383" y="7957966"/>
                  </a:cubicBezTo>
                  <a:close/>
                  <a:moveTo>
                    <a:pt x="6096505" y="7857877"/>
                  </a:moveTo>
                  <a:cubicBezTo>
                    <a:pt x="6100067" y="7853620"/>
                    <a:pt x="6107211" y="7853982"/>
                    <a:pt x="6111250" y="7850172"/>
                  </a:cubicBezTo>
                  <a:cubicBezTo>
                    <a:pt x="6114964" y="7846676"/>
                    <a:pt x="6117288" y="7813948"/>
                    <a:pt x="6114440" y="7811110"/>
                  </a:cubicBezTo>
                  <a:cubicBezTo>
                    <a:pt x="6104411" y="7801080"/>
                    <a:pt x="6105706" y="7824568"/>
                    <a:pt x="6105163" y="7825826"/>
                  </a:cubicBezTo>
                  <a:cubicBezTo>
                    <a:pt x="6100048" y="7837618"/>
                    <a:pt x="6100877" y="7821435"/>
                    <a:pt x="6096324" y="7833798"/>
                  </a:cubicBezTo>
                  <a:cubicBezTo>
                    <a:pt x="6093657" y="7841047"/>
                    <a:pt x="6097553" y="7850476"/>
                    <a:pt x="6096505" y="7857877"/>
                  </a:cubicBezTo>
                  <a:close/>
                  <a:moveTo>
                    <a:pt x="3858863" y="7924800"/>
                  </a:moveTo>
                  <a:cubicBezTo>
                    <a:pt x="3857720" y="7954127"/>
                    <a:pt x="3857730" y="7982302"/>
                    <a:pt x="3861768" y="8010525"/>
                  </a:cubicBezTo>
                  <a:cubicBezTo>
                    <a:pt x="3870141" y="7967386"/>
                    <a:pt x="3861826" y="8052645"/>
                    <a:pt x="3867026" y="7999219"/>
                  </a:cubicBezTo>
                  <a:cubicBezTo>
                    <a:pt x="3868979" y="7979226"/>
                    <a:pt x="3870093" y="7953108"/>
                    <a:pt x="3866960" y="7933268"/>
                  </a:cubicBezTo>
                  <a:cubicBezTo>
                    <a:pt x="3860502" y="7892386"/>
                    <a:pt x="3870569" y="7959900"/>
                    <a:pt x="3858863" y="7924800"/>
                  </a:cubicBezTo>
                  <a:close/>
                  <a:moveTo>
                    <a:pt x="4126668" y="8079219"/>
                  </a:moveTo>
                  <a:cubicBezTo>
                    <a:pt x="4122201" y="8171812"/>
                    <a:pt x="4127773" y="8265366"/>
                    <a:pt x="4132174" y="8358016"/>
                  </a:cubicBezTo>
                  <a:cubicBezTo>
                    <a:pt x="4134774" y="8412928"/>
                    <a:pt x="4135164" y="8468239"/>
                    <a:pt x="4141270" y="8522827"/>
                  </a:cubicBezTo>
                  <a:cubicBezTo>
                    <a:pt x="4211745" y="8524018"/>
                    <a:pt x="4287669" y="8495652"/>
                    <a:pt x="4357287" y="8479250"/>
                  </a:cubicBezTo>
                  <a:lnTo>
                    <a:pt x="4591526" y="8422176"/>
                  </a:lnTo>
                  <a:cubicBezTo>
                    <a:pt x="4632560" y="8412070"/>
                    <a:pt x="4674651" y="8404593"/>
                    <a:pt x="4713980" y="8389868"/>
                  </a:cubicBezTo>
                  <a:cubicBezTo>
                    <a:pt x="4630322" y="8331965"/>
                    <a:pt x="4527509" y="8295827"/>
                    <a:pt x="4437059" y="8247917"/>
                  </a:cubicBezTo>
                  <a:lnTo>
                    <a:pt x="4238835" y="8141570"/>
                  </a:lnTo>
                  <a:cubicBezTo>
                    <a:pt x="4201344" y="8120701"/>
                    <a:pt x="4165587" y="8095469"/>
                    <a:pt x="4126668" y="8079219"/>
                  </a:cubicBezTo>
                  <a:close/>
                  <a:moveTo>
                    <a:pt x="5848350" y="8181975"/>
                  </a:moveTo>
                  <a:cubicBezTo>
                    <a:pt x="5847378" y="8184404"/>
                    <a:pt x="5842606" y="8180908"/>
                    <a:pt x="5840530" y="8182489"/>
                  </a:cubicBezTo>
                  <a:cubicBezTo>
                    <a:pt x="5836406" y="8185652"/>
                    <a:pt x="5839778" y="8223171"/>
                    <a:pt x="5840016" y="8229600"/>
                  </a:cubicBezTo>
                  <a:cubicBezTo>
                    <a:pt x="5841549" y="8227514"/>
                    <a:pt x="5845921" y="8230819"/>
                    <a:pt x="5847750" y="8229000"/>
                  </a:cubicBezTo>
                  <a:cubicBezTo>
                    <a:pt x="5848179" y="8228571"/>
                    <a:pt x="5848598" y="8213712"/>
                    <a:pt x="5848779" y="8213360"/>
                  </a:cubicBezTo>
                  <a:cubicBezTo>
                    <a:pt x="5855237" y="8201196"/>
                    <a:pt x="5853551" y="8220037"/>
                    <a:pt x="5857618" y="8205530"/>
                  </a:cubicBezTo>
                  <a:cubicBezTo>
                    <a:pt x="5861704" y="8190948"/>
                    <a:pt x="5851388" y="8193453"/>
                    <a:pt x="5848864" y="8189795"/>
                  </a:cubicBezTo>
                  <a:cubicBezTo>
                    <a:pt x="5847388" y="8187642"/>
                    <a:pt x="5849303" y="8184404"/>
                    <a:pt x="5848350" y="8181975"/>
                  </a:cubicBezTo>
                  <a:close/>
                  <a:moveTo>
                    <a:pt x="3724789" y="8239639"/>
                  </a:moveTo>
                  <a:cubicBezTo>
                    <a:pt x="3728152" y="8236287"/>
                    <a:pt x="3750897" y="8240039"/>
                    <a:pt x="3742811" y="8248136"/>
                  </a:cubicBezTo>
                  <a:cubicBezTo>
                    <a:pt x="3739448" y="8251488"/>
                    <a:pt x="3716703" y="8247736"/>
                    <a:pt x="3724789" y="8239639"/>
                  </a:cubicBezTo>
                  <a:close/>
                  <a:moveTo>
                    <a:pt x="5051336" y="8433302"/>
                  </a:moveTo>
                  <a:cubicBezTo>
                    <a:pt x="5098199" y="8474802"/>
                    <a:pt x="5230682" y="8524189"/>
                    <a:pt x="5293376" y="8553155"/>
                  </a:cubicBezTo>
                  <a:cubicBezTo>
                    <a:pt x="5381711" y="8593950"/>
                    <a:pt x="5468360" y="8638242"/>
                    <a:pt x="5555799" y="8680904"/>
                  </a:cubicBezTo>
                  <a:cubicBezTo>
                    <a:pt x="5599671" y="8702307"/>
                    <a:pt x="5644325" y="8728672"/>
                    <a:pt x="5690149" y="8742093"/>
                  </a:cubicBezTo>
                  <a:cubicBezTo>
                    <a:pt x="5701856" y="8660082"/>
                    <a:pt x="5706818" y="8576672"/>
                    <a:pt x="5715981" y="8494071"/>
                  </a:cubicBezTo>
                  <a:cubicBezTo>
                    <a:pt x="5724173" y="8420281"/>
                    <a:pt x="5738470" y="8345500"/>
                    <a:pt x="5738460" y="8271396"/>
                  </a:cubicBezTo>
                  <a:cubicBezTo>
                    <a:pt x="5660746" y="8279854"/>
                    <a:pt x="5583946" y="8306495"/>
                    <a:pt x="5507574" y="8324136"/>
                  </a:cubicBezTo>
                  <a:cubicBezTo>
                    <a:pt x="5355669" y="8359216"/>
                    <a:pt x="5201260" y="8390649"/>
                    <a:pt x="5051336" y="8433302"/>
                  </a:cubicBezTo>
                  <a:close/>
                  <a:moveTo>
                    <a:pt x="3865207" y="8394668"/>
                  </a:moveTo>
                  <a:cubicBezTo>
                    <a:pt x="3827269" y="8439207"/>
                    <a:pt x="3840851" y="8460438"/>
                    <a:pt x="3873008" y="8504587"/>
                  </a:cubicBezTo>
                  <a:cubicBezTo>
                    <a:pt x="3872055" y="8467887"/>
                    <a:pt x="3869846" y="8431254"/>
                    <a:pt x="3865207" y="8394668"/>
                  </a:cubicBezTo>
                  <a:close/>
                  <a:moveTo>
                    <a:pt x="6800850" y="8407937"/>
                  </a:moveTo>
                  <a:cubicBezTo>
                    <a:pt x="6791315" y="8439407"/>
                    <a:pt x="6802355" y="8372437"/>
                    <a:pt x="6795411" y="8411147"/>
                  </a:cubicBezTo>
                  <a:cubicBezTo>
                    <a:pt x="6784324" y="8472897"/>
                    <a:pt x="6785829" y="8741807"/>
                    <a:pt x="6805727" y="8796823"/>
                  </a:cubicBezTo>
                  <a:cubicBezTo>
                    <a:pt x="6818633" y="8738492"/>
                    <a:pt x="6827377" y="8679380"/>
                    <a:pt x="6841865" y="8621201"/>
                  </a:cubicBezTo>
                  <a:cubicBezTo>
                    <a:pt x="6847122" y="8600065"/>
                    <a:pt x="6867125" y="8549878"/>
                    <a:pt x="6863934" y="8530990"/>
                  </a:cubicBezTo>
                  <a:cubicBezTo>
                    <a:pt x="6859076" y="8502282"/>
                    <a:pt x="6817852" y="8432521"/>
                    <a:pt x="6800850" y="8407937"/>
                  </a:cubicBezTo>
                  <a:close/>
                  <a:moveTo>
                    <a:pt x="3401016" y="8601666"/>
                  </a:moveTo>
                  <a:cubicBezTo>
                    <a:pt x="3415408" y="8587273"/>
                    <a:pt x="3409617" y="8647843"/>
                    <a:pt x="3409359" y="8648109"/>
                  </a:cubicBezTo>
                  <a:cubicBezTo>
                    <a:pt x="3394967" y="8662502"/>
                    <a:pt x="3400758" y="8601932"/>
                    <a:pt x="3401016" y="8601666"/>
                  </a:cubicBezTo>
                  <a:close/>
                  <a:moveTo>
                    <a:pt x="3415465" y="8652186"/>
                  </a:moveTo>
                  <a:cubicBezTo>
                    <a:pt x="3432724" y="8737378"/>
                    <a:pt x="3458889" y="8820512"/>
                    <a:pt x="3486150" y="8902875"/>
                  </a:cubicBezTo>
                  <a:cubicBezTo>
                    <a:pt x="3475272" y="8903932"/>
                    <a:pt x="3442221" y="8913247"/>
                    <a:pt x="3433334" y="8903694"/>
                  </a:cubicBezTo>
                  <a:cubicBezTo>
                    <a:pt x="3430848" y="8901027"/>
                    <a:pt x="3430810" y="8880891"/>
                    <a:pt x="3429476" y="8875986"/>
                  </a:cubicBezTo>
                  <a:cubicBezTo>
                    <a:pt x="3420399" y="8842572"/>
                    <a:pt x="3404883" y="8802281"/>
                    <a:pt x="3404626" y="8767658"/>
                  </a:cubicBezTo>
                  <a:cubicBezTo>
                    <a:pt x="3404549" y="8757561"/>
                    <a:pt x="3412084" y="8751494"/>
                    <a:pt x="3413665" y="8741807"/>
                  </a:cubicBezTo>
                  <a:lnTo>
                    <a:pt x="3413570" y="8716375"/>
                  </a:lnTo>
                  <a:cubicBezTo>
                    <a:pt x="3415856" y="8703307"/>
                    <a:pt x="3416703" y="8711765"/>
                    <a:pt x="3421590" y="8699049"/>
                  </a:cubicBezTo>
                  <a:cubicBezTo>
                    <a:pt x="3426657" y="8685857"/>
                    <a:pt x="3418180" y="8665645"/>
                    <a:pt x="3415465" y="8652186"/>
                  </a:cubicBezTo>
                  <a:close/>
                  <a:moveTo>
                    <a:pt x="6041993" y="8651843"/>
                  </a:moveTo>
                  <a:cubicBezTo>
                    <a:pt x="6091409" y="8655177"/>
                    <a:pt x="6002560" y="8640166"/>
                    <a:pt x="6055528" y="8648157"/>
                  </a:cubicBezTo>
                  <a:cubicBezTo>
                    <a:pt x="6065472" y="8649662"/>
                    <a:pt x="6075931" y="8658035"/>
                    <a:pt x="6084894" y="8662387"/>
                  </a:cubicBezTo>
                  <a:cubicBezTo>
                    <a:pt x="6121432" y="8680161"/>
                    <a:pt x="6153036" y="8692639"/>
                    <a:pt x="6169266" y="8731491"/>
                  </a:cubicBezTo>
                  <a:cubicBezTo>
                    <a:pt x="6116631" y="8726367"/>
                    <a:pt x="6072969" y="8695620"/>
                    <a:pt x="6041993" y="8651843"/>
                  </a:cubicBezTo>
                  <a:close/>
                  <a:moveTo>
                    <a:pt x="3876332" y="8868118"/>
                  </a:moveTo>
                  <a:cubicBezTo>
                    <a:pt x="3881342" y="8873138"/>
                    <a:pt x="3872513" y="8881967"/>
                    <a:pt x="3867493" y="8876957"/>
                  </a:cubicBezTo>
                  <a:cubicBezTo>
                    <a:pt x="3862483" y="8871937"/>
                    <a:pt x="3871312" y="8863108"/>
                    <a:pt x="3876332" y="8868118"/>
                  </a:cubicBezTo>
                  <a:close/>
                  <a:moveTo>
                    <a:pt x="3820039" y="8896864"/>
                  </a:moveTo>
                  <a:cubicBezTo>
                    <a:pt x="3823402" y="8893512"/>
                    <a:pt x="3846147" y="8897264"/>
                    <a:pt x="3838061" y="8905361"/>
                  </a:cubicBezTo>
                  <a:cubicBezTo>
                    <a:pt x="3834698" y="8908713"/>
                    <a:pt x="3811953" y="8904961"/>
                    <a:pt x="3820039" y="889686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04_中文_冷">
            <a:extLst>
              <a:ext uri="{FF2B5EF4-FFF2-40B4-BE49-F238E27FC236}">
                <a16:creationId xmlns:a16="http://schemas.microsoft.com/office/drawing/2014/main" id="{2F1FFCF3-CE46-4F6B-A270-B57780034DAF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2371725" cy="2238375"/>
          </a:xfrm>
          <a:custGeom>
            <a:avLst/>
            <a:gdLst/>
            <a:ahLst/>
            <a:cxnLst/>
            <a:rect l="0" t="0" r="0" b="0"/>
            <a:pathLst>
              <a:path w="2371725" h="2238375">
                <a:moveTo>
                  <a:pt x="1468479" y="447989"/>
                </a:moveTo>
                <a:cubicBezTo>
                  <a:pt x="1397965" y="498719"/>
                  <a:pt x="1342682" y="574719"/>
                  <a:pt x="1281579" y="636499"/>
                </a:cubicBezTo>
                <a:cubicBezTo>
                  <a:pt x="1195359" y="723690"/>
                  <a:pt x="1104490" y="797138"/>
                  <a:pt x="1005773" y="869385"/>
                </a:cubicBezTo>
                <a:cubicBezTo>
                  <a:pt x="935403" y="920877"/>
                  <a:pt x="879929" y="982228"/>
                  <a:pt x="786060" y="982161"/>
                </a:cubicBezTo>
                <a:cubicBezTo>
                  <a:pt x="637242" y="982047"/>
                  <a:pt x="534295" y="808282"/>
                  <a:pt x="614229" y="678599"/>
                </a:cubicBezTo>
                <a:cubicBezTo>
                  <a:pt x="654082" y="613943"/>
                  <a:pt x="742178" y="573710"/>
                  <a:pt x="801443" y="527294"/>
                </a:cubicBezTo>
                <a:cubicBezTo>
                  <a:pt x="925659" y="430006"/>
                  <a:pt x="1044140" y="327393"/>
                  <a:pt x="1153030" y="213103"/>
                </a:cubicBezTo>
                <a:cubicBezTo>
                  <a:pt x="1222991" y="139665"/>
                  <a:pt x="1263758" y="46368"/>
                  <a:pt x="1365923" y="13116"/>
                </a:cubicBezTo>
                <a:cubicBezTo>
                  <a:pt x="1618269" y="-69018"/>
                  <a:pt x="1717862" y="151390"/>
                  <a:pt x="1865519" y="302190"/>
                </a:cubicBezTo>
                <a:cubicBezTo>
                  <a:pt x="1960988" y="399698"/>
                  <a:pt x="2072735" y="480689"/>
                  <a:pt x="2178587" y="566195"/>
                </a:cubicBezTo>
                <a:cubicBezTo>
                  <a:pt x="2273541" y="642880"/>
                  <a:pt x="2424246" y="704155"/>
                  <a:pt x="2355561" y="855955"/>
                </a:cubicBezTo>
                <a:cubicBezTo>
                  <a:pt x="2282628" y="1017156"/>
                  <a:pt x="2136562" y="1032605"/>
                  <a:pt x="1998326" y="946414"/>
                </a:cubicBezTo>
                <a:cubicBezTo>
                  <a:pt x="1779118" y="809730"/>
                  <a:pt x="1633242" y="639632"/>
                  <a:pt x="1468479" y="447989"/>
                </a:cubicBezTo>
                <a:close/>
                <a:moveTo>
                  <a:pt x="279864" y="70876"/>
                </a:moveTo>
                <a:cubicBezTo>
                  <a:pt x="314430" y="63970"/>
                  <a:pt x="351701" y="64770"/>
                  <a:pt x="384962" y="77095"/>
                </a:cubicBezTo>
                <a:cubicBezTo>
                  <a:pt x="446675" y="99974"/>
                  <a:pt x="644328" y="251508"/>
                  <a:pt x="676742" y="307962"/>
                </a:cubicBezTo>
                <a:cubicBezTo>
                  <a:pt x="731320" y="403003"/>
                  <a:pt x="685914" y="518960"/>
                  <a:pt x="598227" y="574329"/>
                </a:cubicBezTo>
                <a:cubicBezTo>
                  <a:pt x="438140" y="675418"/>
                  <a:pt x="342043" y="550878"/>
                  <a:pt x="230505" y="452980"/>
                </a:cubicBezTo>
                <a:cubicBezTo>
                  <a:pt x="190643" y="417986"/>
                  <a:pt x="131235" y="388677"/>
                  <a:pt x="111490" y="337061"/>
                </a:cubicBezTo>
                <a:cubicBezTo>
                  <a:pt x="66418" y="219218"/>
                  <a:pt x="163325" y="94164"/>
                  <a:pt x="279864" y="70876"/>
                </a:cubicBezTo>
                <a:close/>
                <a:moveTo>
                  <a:pt x="184518" y="680133"/>
                </a:moveTo>
                <a:cubicBezTo>
                  <a:pt x="269958" y="669769"/>
                  <a:pt x="319345" y="724424"/>
                  <a:pt x="380733" y="772154"/>
                </a:cubicBezTo>
                <a:cubicBezTo>
                  <a:pt x="432206" y="812178"/>
                  <a:pt x="500224" y="851068"/>
                  <a:pt x="539515" y="903656"/>
                </a:cubicBezTo>
                <a:cubicBezTo>
                  <a:pt x="614553" y="1004097"/>
                  <a:pt x="552031" y="1143876"/>
                  <a:pt x="451914" y="1196692"/>
                </a:cubicBezTo>
                <a:cubicBezTo>
                  <a:pt x="406279" y="1220762"/>
                  <a:pt x="348939" y="1229020"/>
                  <a:pt x="299657" y="1211504"/>
                </a:cubicBezTo>
                <a:cubicBezTo>
                  <a:pt x="260175" y="1197473"/>
                  <a:pt x="69190" y="1031081"/>
                  <a:pt x="37367" y="994086"/>
                </a:cubicBezTo>
                <a:cubicBezTo>
                  <a:pt x="22555" y="976865"/>
                  <a:pt x="10382" y="955824"/>
                  <a:pt x="3515" y="934126"/>
                </a:cubicBezTo>
                <a:cubicBezTo>
                  <a:pt x="-35033" y="812273"/>
                  <a:pt x="65580" y="694553"/>
                  <a:pt x="184518" y="680133"/>
                </a:cubicBezTo>
                <a:close/>
                <a:moveTo>
                  <a:pt x="1565386" y="1119264"/>
                </a:moveTo>
                <a:cubicBezTo>
                  <a:pt x="1647349" y="1112434"/>
                  <a:pt x="1731826" y="1116244"/>
                  <a:pt x="1814093" y="1116797"/>
                </a:cubicBezTo>
                <a:cubicBezTo>
                  <a:pt x="1870072" y="1117178"/>
                  <a:pt x="1928536" y="1113034"/>
                  <a:pt x="1983515" y="1125417"/>
                </a:cubicBezTo>
                <a:cubicBezTo>
                  <a:pt x="2118665" y="1155868"/>
                  <a:pt x="2192998" y="1305763"/>
                  <a:pt x="2134638" y="1432055"/>
                </a:cubicBezTo>
                <a:cubicBezTo>
                  <a:pt x="2072002" y="1567605"/>
                  <a:pt x="1836668" y="1742808"/>
                  <a:pt x="1718624" y="1842097"/>
                </a:cubicBezTo>
                <a:cubicBezTo>
                  <a:pt x="1767040" y="1877054"/>
                  <a:pt x="1834925" y="1897666"/>
                  <a:pt x="1862861" y="1955225"/>
                </a:cubicBezTo>
                <a:cubicBezTo>
                  <a:pt x="1921945" y="2076926"/>
                  <a:pt x="1793157" y="2228393"/>
                  <a:pt x="1670075" y="2235460"/>
                </a:cubicBezTo>
                <a:cubicBezTo>
                  <a:pt x="1595276" y="2239756"/>
                  <a:pt x="1522152" y="2191312"/>
                  <a:pt x="1456944" y="2160670"/>
                </a:cubicBezTo>
                <a:cubicBezTo>
                  <a:pt x="1357093" y="2113750"/>
                  <a:pt x="969607" y="1951387"/>
                  <a:pt x="912743" y="1889093"/>
                </a:cubicBezTo>
                <a:cubicBezTo>
                  <a:pt x="846734" y="1816789"/>
                  <a:pt x="870185" y="1699593"/>
                  <a:pt x="937031" y="1636738"/>
                </a:cubicBezTo>
                <a:cubicBezTo>
                  <a:pt x="1045131" y="1535087"/>
                  <a:pt x="1164336" y="1591761"/>
                  <a:pt x="1282837" y="1637909"/>
                </a:cubicBezTo>
                <a:cubicBezTo>
                  <a:pt x="1304506" y="1646349"/>
                  <a:pt x="1332271" y="1662894"/>
                  <a:pt x="1356008" y="1663113"/>
                </a:cubicBezTo>
                <a:cubicBezTo>
                  <a:pt x="1383468" y="1663351"/>
                  <a:pt x="1556499" y="1498216"/>
                  <a:pt x="1588751" y="1469650"/>
                </a:cubicBezTo>
                <a:cubicBezTo>
                  <a:pt x="1426083" y="1449153"/>
                  <a:pt x="1220781" y="1464840"/>
                  <a:pt x="1053541" y="1465212"/>
                </a:cubicBezTo>
                <a:cubicBezTo>
                  <a:pt x="979561" y="1465383"/>
                  <a:pt x="887511" y="1481099"/>
                  <a:pt x="817255" y="1453906"/>
                </a:cubicBezTo>
                <a:cubicBezTo>
                  <a:pt x="668131" y="1396194"/>
                  <a:pt x="673322" y="1176461"/>
                  <a:pt x="827237" y="1128512"/>
                </a:cubicBezTo>
                <a:cubicBezTo>
                  <a:pt x="924258" y="1098280"/>
                  <a:pt x="1155306" y="1117435"/>
                  <a:pt x="1267016" y="1116349"/>
                </a:cubicBezTo>
                <a:cubicBezTo>
                  <a:pt x="1306906" y="1115968"/>
                  <a:pt x="1347292" y="1119692"/>
                  <a:pt x="1385259" y="1108681"/>
                </a:cubicBezTo>
                <a:cubicBezTo>
                  <a:pt x="1337967" y="1068562"/>
                  <a:pt x="1278969" y="1025500"/>
                  <a:pt x="1242536" y="975255"/>
                </a:cubicBezTo>
                <a:cubicBezTo>
                  <a:pt x="1166117" y="869833"/>
                  <a:pt x="1228630" y="717223"/>
                  <a:pt x="1353703" y="688848"/>
                </a:cubicBezTo>
                <a:cubicBezTo>
                  <a:pt x="1389507" y="680723"/>
                  <a:pt x="1429560" y="680685"/>
                  <a:pt x="1464364" y="693134"/>
                </a:cubicBezTo>
                <a:cubicBezTo>
                  <a:pt x="1547803" y="722986"/>
                  <a:pt x="1681705" y="854450"/>
                  <a:pt x="1678229" y="947261"/>
                </a:cubicBezTo>
                <a:cubicBezTo>
                  <a:pt x="1674600" y="1043883"/>
                  <a:pt x="1597609" y="1053122"/>
                  <a:pt x="1565386" y="1119264"/>
                </a:cubicBezTo>
                <a:close/>
                <a:moveTo>
                  <a:pt x="413271" y="1337967"/>
                </a:moveTo>
                <a:cubicBezTo>
                  <a:pt x="532438" y="1315488"/>
                  <a:pt x="667274" y="1416320"/>
                  <a:pt x="663169" y="1541135"/>
                </a:cubicBezTo>
                <a:cubicBezTo>
                  <a:pt x="659997" y="1637681"/>
                  <a:pt x="502939" y="1918087"/>
                  <a:pt x="449361" y="2015138"/>
                </a:cubicBezTo>
                <a:cubicBezTo>
                  <a:pt x="420872" y="2066754"/>
                  <a:pt x="400879" y="2131181"/>
                  <a:pt x="357807" y="2172319"/>
                </a:cubicBezTo>
                <a:cubicBezTo>
                  <a:pt x="307781" y="2220106"/>
                  <a:pt x="239287" y="2234975"/>
                  <a:pt x="172784" y="2217134"/>
                </a:cubicBezTo>
                <a:cubicBezTo>
                  <a:pt x="63675" y="2187864"/>
                  <a:pt x="-11078" y="2086585"/>
                  <a:pt x="9563" y="1972808"/>
                </a:cubicBezTo>
                <a:cubicBezTo>
                  <a:pt x="19545" y="1917811"/>
                  <a:pt x="58969" y="1866071"/>
                  <a:pt x="83677" y="1816275"/>
                </a:cubicBezTo>
                <a:lnTo>
                  <a:pt x="206578" y="1562443"/>
                </a:lnTo>
                <a:cubicBezTo>
                  <a:pt x="259090" y="1458382"/>
                  <a:pt x="280635" y="1362999"/>
                  <a:pt x="413271" y="13379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05_中文_鸢">
            <a:extLst>
              <a:ext uri="{FF2B5EF4-FFF2-40B4-BE49-F238E27FC236}">
                <a16:creationId xmlns:a16="http://schemas.microsoft.com/office/drawing/2014/main" id="{2056A995-3E33-4059-9645-9497DA4899B9}"/>
              </a:ext>
            </a:extLst>
          </p:cNvPr>
          <p:cNvSpPr>
            <a:spLocks noGrp="1"/>
          </p:cNvSpPr>
          <p:nvPr/>
        </p:nvSpPr>
        <p:spPr>
          <a:xfrm>
            <a:off x="3238500" y="1628775"/>
            <a:ext cx="2333625" cy="2295525"/>
          </a:xfrm>
          <a:custGeom>
            <a:avLst/>
            <a:gdLst/>
            <a:ahLst/>
            <a:cxnLst/>
            <a:rect l="0" t="0" r="0" b="0"/>
            <a:pathLst>
              <a:path w="2333625" h="2295525">
                <a:moveTo>
                  <a:pt x="1781242" y="244735"/>
                </a:moveTo>
                <a:cubicBezTo>
                  <a:pt x="1887874" y="261004"/>
                  <a:pt x="2002869" y="233096"/>
                  <a:pt x="2110721" y="231362"/>
                </a:cubicBezTo>
                <a:cubicBezTo>
                  <a:pt x="2279599" y="228657"/>
                  <a:pt x="2320966" y="445532"/>
                  <a:pt x="2178615" y="522732"/>
                </a:cubicBezTo>
                <a:cubicBezTo>
                  <a:pt x="2059210" y="587473"/>
                  <a:pt x="1681467" y="548935"/>
                  <a:pt x="1529696" y="591655"/>
                </a:cubicBezTo>
                <a:cubicBezTo>
                  <a:pt x="1602619" y="641128"/>
                  <a:pt x="1872405" y="759552"/>
                  <a:pt x="1954044" y="737416"/>
                </a:cubicBezTo>
                <a:cubicBezTo>
                  <a:pt x="1987258" y="728405"/>
                  <a:pt x="2000574" y="670798"/>
                  <a:pt x="2019824" y="645957"/>
                </a:cubicBezTo>
                <a:cubicBezTo>
                  <a:pt x="2066954" y="585102"/>
                  <a:pt x="2157241" y="577044"/>
                  <a:pt x="2225078" y="602856"/>
                </a:cubicBezTo>
                <a:cubicBezTo>
                  <a:pt x="2403243" y="670646"/>
                  <a:pt x="2333301" y="898493"/>
                  <a:pt x="2214353" y="987819"/>
                </a:cubicBezTo>
                <a:cubicBezTo>
                  <a:pt x="2110607" y="1065714"/>
                  <a:pt x="1991649" y="1043930"/>
                  <a:pt x="1870758" y="1053322"/>
                </a:cubicBezTo>
                <a:cubicBezTo>
                  <a:pt x="1865309" y="1118911"/>
                  <a:pt x="1878397" y="1189501"/>
                  <a:pt x="1864109" y="1253966"/>
                </a:cubicBezTo>
                <a:cubicBezTo>
                  <a:pt x="1821599" y="1445838"/>
                  <a:pt x="1625641" y="1416587"/>
                  <a:pt x="1477451" y="1417977"/>
                </a:cubicBezTo>
                <a:cubicBezTo>
                  <a:pt x="1415901" y="1418549"/>
                  <a:pt x="1304839" y="1435713"/>
                  <a:pt x="1255814" y="1390612"/>
                </a:cubicBezTo>
                <a:cubicBezTo>
                  <a:pt x="1233030" y="1369647"/>
                  <a:pt x="1222029" y="1340491"/>
                  <a:pt x="1227096" y="1309688"/>
                </a:cubicBezTo>
                <a:cubicBezTo>
                  <a:pt x="1247099" y="1187901"/>
                  <a:pt x="1390755" y="1247575"/>
                  <a:pt x="1470889" y="1226877"/>
                </a:cubicBezTo>
                <a:cubicBezTo>
                  <a:pt x="1500130" y="1219324"/>
                  <a:pt x="1517885" y="1175642"/>
                  <a:pt x="1495168" y="1152173"/>
                </a:cubicBezTo>
                <a:cubicBezTo>
                  <a:pt x="1471851" y="1128074"/>
                  <a:pt x="1344035" y="1139866"/>
                  <a:pt x="1307402" y="1139704"/>
                </a:cubicBezTo>
                <a:lnTo>
                  <a:pt x="758971" y="1139571"/>
                </a:lnTo>
                <a:cubicBezTo>
                  <a:pt x="704383" y="1139561"/>
                  <a:pt x="593312" y="1117635"/>
                  <a:pt x="561042" y="1176099"/>
                </a:cubicBezTo>
                <a:cubicBezTo>
                  <a:pt x="545973" y="1203389"/>
                  <a:pt x="554431" y="1249061"/>
                  <a:pt x="554260" y="1279246"/>
                </a:cubicBezTo>
                <a:cubicBezTo>
                  <a:pt x="553993" y="1323365"/>
                  <a:pt x="539363" y="1398318"/>
                  <a:pt x="567671" y="1435608"/>
                </a:cubicBezTo>
                <a:cubicBezTo>
                  <a:pt x="598246" y="1475908"/>
                  <a:pt x="807139" y="1456115"/>
                  <a:pt x="862822" y="1456268"/>
                </a:cubicBezTo>
                <a:lnTo>
                  <a:pt x="1745447" y="1457487"/>
                </a:lnTo>
                <a:cubicBezTo>
                  <a:pt x="1866738" y="1458249"/>
                  <a:pt x="2010118" y="1434341"/>
                  <a:pt x="2085823" y="1552661"/>
                </a:cubicBezTo>
                <a:cubicBezTo>
                  <a:pt x="2129485" y="1620898"/>
                  <a:pt x="2114674" y="1711785"/>
                  <a:pt x="2114579" y="1789176"/>
                </a:cubicBezTo>
                <a:cubicBezTo>
                  <a:pt x="2114512" y="1847412"/>
                  <a:pt x="2120894" y="1909896"/>
                  <a:pt x="2112188" y="1967560"/>
                </a:cubicBezTo>
                <a:cubicBezTo>
                  <a:pt x="2087747" y="2129542"/>
                  <a:pt x="1970418" y="2254320"/>
                  <a:pt x="1809474" y="2284886"/>
                </a:cubicBezTo>
                <a:cubicBezTo>
                  <a:pt x="1740113" y="2298059"/>
                  <a:pt x="1668247" y="2294068"/>
                  <a:pt x="1598028" y="2295525"/>
                </a:cubicBezTo>
                <a:cubicBezTo>
                  <a:pt x="1490605" y="2297754"/>
                  <a:pt x="1340863" y="2303869"/>
                  <a:pt x="1319327" y="2165033"/>
                </a:cubicBezTo>
                <a:cubicBezTo>
                  <a:pt x="1314917" y="2136562"/>
                  <a:pt x="1321375" y="2107349"/>
                  <a:pt x="1322080" y="2078869"/>
                </a:cubicBezTo>
                <a:cubicBezTo>
                  <a:pt x="981199" y="2065620"/>
                  <a:pt x="637451" y="2077441"/>
                  <a:pt x="296285" y="2077726"/>
                </a:cubicBezTo>
                <a:cubicBezTo>
                  <a:pt x="185233" y="2077812"/>
                  <a:pt x="-27422" y="2091442"/>
                  <a:pt x="7096" y="1910639"/>
                </a:cubicBezTo>
                <a:cubicBezTo>
                  <a:pt x="37538" y="1751124"/>
                  <a:pt x="249536" y="1790891"/>
                  <a:pt x="366131" y="1790900"/>
                </a:cubicBezTo>
                <a:lnTo>
                  <a:pt x="1291609" y="1790605"/>
                </a:lnTo>
                <a:cubicBezTo>
                  <a:pt x="1447943" y="1790919"/>
                  <a:pt x="1609058" y="1792986"/>
                  <a:pt x="1557252" y="2006336"/>
                </a:cubicBezTo>
                <a:cubicBezTo>
                  <a:pt x="1707471" y="2027053"/>
                  <a:pt x="1710099" y="1974066"/>
                  <a:pt x="1708985" y="1844411"/>
                </a:cubicBezTo>
                <a:cubicBezTo>
                  <a:pt x="1708642" y="1804854"/>
                  <a:pt x="1724920" y="1727768"/>
                  <a:pt x="1676533" y="1710023"/>
                </a:cubicBezTo>
                <a:cubicBezTo>
                  <a:pt x="1630518" y="1693154"/>
                  <a:pt x="1442085" y="1705889"/>
                  <a:pt x="1381677" y="1705880"/>
                </a:cubicBezTo>
                <a:lnTo>
                  <a:pt x="644719" y="1705747"/>
                </a:lnTo>
                <a:cubicBezTo>
                  <a:pt x="551964" y="1705699"/>
                  <a:pt x="380219" y="1724358"/>
                  <a:pt x="298218" y="1691202"/>
                </a:cubicBezTo>
                <a:cubicBezTo>
                  <a:pt x="250565" y="1671933"/>
                  <a:pt x="210855" y="1629108"/>
                  <a:pt x="200206" y="1578083"/>
                </a:cubicBezTo>
                <a:cubicBezTo>
                  <a:pt x="187185" y="1515694"/>
                  <a:pt x="186909" y="1100204"/>
                  <a:pt x="201740" y="1041197"/>
                </a:cubicBezTo>
                <a:cubicBezTo>
                  <a:pt x="211712" y="1001497"/>
                  <a:pt x="236591" y="965930"/>
                  <a:pt x="266405" y="938432"/>
                </a:cubicBezTo>
                <a:cubicBezTo>
                  <a:pt x="354644" y="857031"/>
                  <a:pt x="535734" y="905856"/>
                  <a:pt x="647281" y="888635"/>
                </a:cubicBezTo>
                <a:cubicBezTo>
                  <a:pt x="649291" y="853335"/>
                  <a:pt x="645814" y="816073"/>
                  <a:pt x="663311" y="783993"/>
                </a:cubicBezTo>
                <a:cubicBezTo>
                  <a:pt x="723824" y="673008"/>
                  <a:pt x="927678" y="676351"/>
                  <a:pt x="991162" y="781860"/>
                </a:cubicBezTo>
                <a:cubicBezTo>
                  <a:pt x="1010593" y="814149"/>
                  <a:pt x="1008097" y="853573"/>
                  <a:pt x="1012546" y="889683"/>
                </a:cubicBezTo>
                <a:cubicBezTo>
                  <a:pt x="1093232" y="895922"/>
                  <a:pt x="1309983" y="905751"/>
                  <a:pt x="1379811" y="884834"/>
                </a:cubicBezTo>
                <a:cubicBezTo>
                  <a:pt x="1296457" y="828056"/>
                  <a:pt x="1200893" y="790851"/>
                  <a:pt x="1121302" y="727100"/>
                </a:cubicBezTo>
                <a:cubicBezTo>
                  <a:pt x="1094680" y="705783"/>
                  <a:pt x="1029224" y="634251"/>
                  <a:pt x="1000163" y="629679"/>
                </a:cubicBezTo>
                <a:cubicBezTo>
                  <a:pt x="948280" y="621506"/>
                  <a:pt x="858698" y="639604"/>
                  <a:pt x="804510" y="645252"/>
                </a:cubicBezTo>
                <a:cubicBezTo>
                  <a:pt x="691172" y="657063"/>
                  <a:pt x="251317" y="703002"/>
                  <a:pt x="167478" y="677075"/>
                </a:cubicBezTo>
                <a:cubicBezTo>
                  <a:pt x="36014" y="636422"/>
                  <a:pt x="20374" y="460477"/>
                  <a:pt x="128883" y="385229"/>
                </a:cubicBezTo>
                <a:cubicBezTo>
                  <a:pt x="198482" y="336975"/>
                  <a:pt x="337509" y="348625"/>
                  <a:pt x="421557" y="342109"/>
                </a:cubicBezTo>
                <a:cubicBezTo>
                  <a:pt x="532543" y="333508"/>
                  <a:pt x="651662" y="336785"/>
                  <a:pt x="760324" y="313477"/>
                </a:cubicBezTo>
                <a:cubicBezTo>
                  <a:pt x="635784" y="120987"/>
                  <a:pt x="841591" y="-42834"/>
                  <a:pt x="1026509" y="52064"/>
                </a:cubicBezTo>
                <a:cubicBezTo>
                  <a:pt x="1115778" y="97869"/>
                  <a:pt x="1159126" y="263309"/>
                  <a:pt x="1207437" y="288141"/>
                </a:cubicBezTo>
                <a:cubicBezTo>
                  <a:pt x="1239517" y="304629"/>
                  <a:pt x="1373515" y="281940"/>
                  <a:pt x="1411415" y="272853"/>
                </a:cubicBezTo>
                <a:cubicBezTo>
                  <a:pt x="1387592" y="255108"/>
                  <a:pt x="1361199" y="237725"/>
                  <a:pt x="1343244" y="213579"/>
                </a:cubicBezTo>
                <a:cubicBezTo>
                  <a:pt x="1289228" y="140941"/>
                  <a:pt x="1350283" y="43910"/>
                  <a:pt x="1423245" y="16107"/>
                </a:cubicBezTo>
                <a:cubicBezTo>
                  <a:pt x="1515485" y="-19040"/>
                  <a:pt x="1749190" y="60427"/>
                  <a:pt x="1787785" y="156429"/>
                </a:cubicBezTo>
                <a:cubicBezTo>
                  <a:pt x="1800396" y="187823"/>
                  <a:pt x="1792395" y="214503"/>
                  <a:pt x="1781242" y="244735"/>
                </a:cubicBezTo>
                <a:close/>
                <a:moveTo>
                  <a:pt x="785108" y="1186529"/>
                </a:moveTo>
                <a:cubicBezTo>
                  <a:pt x="814597" y="1173671"/>
                  <a:pt x="852392" y="1179967"/>
                  <a:pt x="883806" y="1179185"/>
                </a:cubicBezTo>
                <a:cubicBezTo>
                  <a:pt x="968121" y="1177100"/>
                  <a:pt x="1081830" y="1156840"/>
                  <a:pt x="1096508" y="1268168"/>
                </a:cubicBezTo>
                <a:cubicBezTo>
                  <a:pt x="1101128" y="1303163"/>
                  <a:pt x="1098309" y="1337758"/>
                  <a:pt x="1079211" y="1368133"/>
                </a:cubicBezTo>
                <a:cubicBezTo>
                  <a:pt x="1067352" y="1386983"/>
                  <a:pt x="1049731" y="1404861"/>
                  <a:pt x="1028452" y="1412672"/>
                </a:cubicBezTo>
                <a:cubicBezTo>
                  <a:pt x="989362" y="1426997"/>
                  <a:pt x="847544" y="1425016"/>
                  <a:pt x="806320" y="1414367"/>
                </a:cubicBezTo>
                <a:cubicBezTo>
                  <a:pt x="785231" y="1408919"/>
                  <a:pt x="767639" y="1394212"/>
                  <a:pt x="753694" y="1378020"/>
                </a:cubicBezTo>
                <a:cubicBezTo>
                  <a:pt x="709927" y="1327223"/>
                  <a:pt x="717366" y="1216076"/>
                  <a:pt x="785108" y="11865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06_英文_y">
            <a:extLst>
              <a:ext uri="{FF2B5EF4-FFF2-40B4-BE49-F238E27FC236}">
                <a16:creationId xmlns:a16="http://schemas.microsoft.com/office/drawing/2014/main" id="{50ACCAEF-4A80-4D7E-989C-D9C00F2709AF}"/>
              </a:ext>
            </a:extLst>
          </p:cNvPr>
          <p:cNvSpPr>
            <a:spLocks noGrp="1"/>
          </p:cNvSpPr>
          <p:nvPr/>
        </p:nvSpPr>
        <p:spPr>
          <a:xfrm>
            <a:off x="695325" y="4086225"/>
            <a:ext cx="904875" cy="1181100"/>
          </a:xfrm>
          <a:custGeom>
            <a:avLst/>
            <a:gdLst/>
            <a:ahLst/>
            <a:cxnLst/>
            <a:rect l="0" t="0" r="0" b="0"/>
            <a:pathLst>
              <a:path w="904875" h="1181100">
                <a:moveTo>
                  <a:pt x="459391" y="455609"/>
                </a:moveTo>
                <a:cubicBezTo>
                  <a:pt x="534572" y="354902"/>
                  <a:pt x="580492" y="184052"/>
                  <a:pt x="645023" y="69523"/>
                </a:cubicBezTo>
                <a:cubicBezTo>
                  <a:pt x="718052" y="-60074"/>
                  <a:pt x="903503" y="4963"/>
                  <a:pt x="901941" y="147990"/>
                </a:cubicBezTo>
                <a:cubicBezTo>
                  <a:pt x="900951" y="238516"/>
                  <a:pt x="818607" y="366760"/>
                  <a:pt x="777907" y="448132"/>
                </a:cubicBezTo>
                <a:cubicBezTo>
                  <a:pt x="716718" y="570443"/>
                  <a:pt x="656463" y="693601"/>
                  <a:pt x="598599" y="817512"/>
                </a:cubicBezTo>
                <a:cubicBezTo>
                  <a:pt x="560041" y="900074"/>
                  <a:pt x="531733" y="1000668"/>
                  <a:pt x="471221" y="1069124"/>
                </a:cubicBezTo>
                <a:cubicBezTo>
                  <a:pt x="392211" y="1158488"/>
                  <a:pt x="251746" y="1214180"/>
                  <a:pt x="136065" y="1159116"/>
                </a:cubicBezTo>
                <a:cubicBezTo>
                  <a:pt x="35890" y="1111434"/>
                  <a:pt x="47615" y="971693"/>
                  <a:pt x="136674" y="919210"/>
                </a:cubicBezTo>
                <a:cubicBezTo>
                  <a:pt x="169488" y="899874"/>
                  <a:pt x="220332" y="909352"/>
                  <a:pt x="247307" y="883815"/>
                </a:cubicBezTo>
                <a:cubicBezTo>
                  <a:pt x="268014" y="864222"/>
                  <a:pt x="316687" y="803777"/>
                  <a:pt x="310686" y="773459"/>
                </a:cubicBezTo>
                <a:cubicBezTo>
                  <a:pt x="300952" y="724271"/>
                  <a:pt x="247050" y="649291"/>
                  <a:pt x="222390" y="603037"/>
                </a:cubicBezTo>
                <a:cubicBezTo>
                  <a:pt x="166688" y="498510"/>
                  <a:pt x="115186" y="391820"/>
                  <a:pt x="59627" y="287217"/>
                </a:cubicBezTo>
                <a:cubicBezTo>
                  <a:pt x="11135" y="195920"/>
                  <a:pt x="-38957" y="107366"/>
                  <a:pt x="66561" y="29366"/>
                </a:cubicBezTo>
                <a:cubicBezTo>
                  <a:pt x="127845" y="-15935"/>
                  <a:pt x="223657" y="-3877"/>
                  <a:pt x="273520" y="54312"/>
                </a:cubicBezTo>
                <a:cubicBezTo>
                  <a:pt x="295075" y="79477"/>
                  <a:pt x="299999" y="113281"/>
                  <a:pt x="313411" y="142751"/>
                </a:cubicBezTo>
                <a:cubicBezTo>
                  <a:pt x="360769" y="246840"/>
                  <a:pt x="404289" y="355425"/>
                  <a:pt x="459391" y="45560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07_英文_o">
            <a:extLst>
              <a:ext uri="{FF2B5EF4-FFF2-40B4-BE49-F238E27FC236}">
                <a16:creationId xmlns:a16="http://schemas.microsoft.com/office/drawing/2014/main" id="{9912AD0E-C422-45CC-BC30-36AA590DA4DE}"/>
              </a:ext>
            </a:extLst>
          </p:cNvPr>
          <p:cNvSpPr>
            <a:spLocks noGrp="1"/>
          </p:cNvSpPr>
          <p:nvPr/>
        </p:nvSpPr>
        <p:spPr>
          <a:xfrm>
            <a:off x="1619250" y="4067175"/>
            <a:ext cx="981075" cy="971550"/>
          </a:xfrm>
          <a:custGeom>
            <a:avLst/>
            <a:gdLst/>
            <a:ahLst/>
            <a:cxnLst/>
            <a:rect l="0" t="0" r="0" b="0"/>
            <a:pathLst>
              <a:path w="981075" h="971550">
                <a:moveTo>
                  <a:pt x="441941" y="4905"/>
                </a:moveTo>
                <a:cubicBezTo>
                  <a:pt x="542077" y="-6029"/>
                  <a:pt x="644452" y="15859"/>
                  <a:pt x="732520" y="63932"/>
                </a:cubicBezTo>
                <a:cubicBezTo>
                  <a:pt x="1148744" y="291132"/>
                  <a:pt x="1012193" y="918515"/>
                  <a:pt x="546811" y="970407"/>
                </a:cubicBezTo>
                <a:cubicBezTo>
                  <a:pt x="423110" y="984199"/>
                  <a:pt x="302381" y="956805"/>
                  <a:pt x="200577" y="884844"/>
                </a:cubicBezTo>
                <a:cubicBezTo>
                  <a:pt x="-165687" y="625954"/>
                  <a:pt x="8334" y="52235"/>
                  <a:pt x="441941" y="4905"/>
                </a:cubicBezTo>
                <a:close/>
                <a:moveTo>
                  <a:pt x="449466" y="297647"/>
                </a:moveTo>
                <a:cubicBezTo>
                  <a:pt x="203968" y="335804"/>
                  <a:pt x="275444" y="724853"/>
                  <a:pt x="524075" y="681514"/>
                </a:cubicBezTo>
                <a:cubicBezTo>
                  <a:pt x="778107" y="637232"/>
                  <a:pt x="715642" y="256280"/>
                  <a:pt x="449466" y="29764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9" name="08_英文_u">
            <a:extLst>
              <a:ext uri="{FF2B5EF4-FFF2-40B4-BE49-F238E27FC236}">
                <a16:creationId xmlns:a16="http://schemas.microsoft.com/office/drawing/2014/main" id="{C8CB6341-4054-4EB1-B4B2-2080A1C8454D}"/>
              </a:ext>
            </a:extLst>
          </p:cNvPr>
          <p:cNvSpPr>
            <a:spLocks noGrp="1"/>
          </p:cNvSpPr>
          <p:nvPr/>
        </p:nvSpPr>
        <p:spPr>
          <a:xfrm>
            <a:off x="2686050" y="4086225"/>
            <a:ext cx="866775" cy="952500"/>
          </a:xfrm>
          <a:custGeom>
            <a:avLst/>
            <a:gdLst/>
            <a:ahLst/>
            <a:cxnLst/>
            <a:rect l="0" t="0" r="0" b="0"/>
            <a:pathLst>
              <a:path w="866775" h="952500">
                <a:moveTo>
                  <a:pt x="108585" y="4629"/>
                </a:moveTo>
                <a:cubicBezTo>
                  <a:pt x="205569" y="-23803"/>
                  <a:pt x="287569" y="45472"/>
                  <a:pt x="294151" y="141961"/>
                </a:cubicBezTo>
                <a:cubicBezTo>
                  <a:pt x="300904" y="240830"/>
                  <a:pt x="274453" y="496653"/>
                  <a:pt x="302409" y="572110"/>
                </a:cubicBezTo>
                <a:cubicBezTo>
                  <a:pt x="315878" y="608476"/>
                  <a:pt x="353197" y="640166"/>
                  <a:pt x="388839" y="653644"/>
                </a:cubicBezTo>
                <a:cubicBezTo>
                  <a:pt x="465439" y="682628"/>
                  <a:pt x="570967" y="636499"/>
                  <a:pt x="579472" y="548069"/>
                </a:cubicBezTo>
                <a:cubicBezTo>
                  <a:pt x="590760" y="430797"/>
                  <a:pt x="558251" y="209674"/>
                  <a:pt x="587454" y="109871"/>
                </a:cubicBezTo>
                <a:cubicBezTo>
                  <a:pt x="608819" y="36843"/>
                  <a:pt x="687238" y="-19621"/>
                  <a:pt x="764438" y="3248"/>
                </a:cubicBezTo>
                <a:cubicBezTo>
                  <a:pt x="891197" y="40777"/>
                  <a:pt x="866870" y="182128"/>
                  <a:pt x="868461" y="284188"/>
                </a:cubicBezTo>
                <a:cubicBezTo>
                  <a:pt x="872338" y="534257"/>
                  <a:pt x="896322" y="750808"/>
                  <a:pt x="655691" y="898169"/>
                </a:cubicBezTo>
                <a:cubicBezTo>
                  <a:pt x="417252" y="1044207"/>
                  <a:pt x="115614" y="909085"/>
                  <a:pt x="21041" y="660140"/>
                </a:cubicBezTo>
                <a:cubicBezTo>
                  <a:pt x="-11821" y="573624"/>
                  <a:pt x="714" y="464001"/>
                  <a:pt x="1867" y="373085"/>
                </a:cubicBezTo>
                <a:cubicBezTo>
                  <a:pt x="3324" y="258156"/>
                  <a:pt x="-39910" y="48158"/>
                  <a:pt x="108585" y="46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9_英文_s">
            <a:extLst>
              <a:ext uri="{FF2B5EF4-FFF2-40B4-BE49-F238E27FC236}">
                <a16:creationId xmlns:a16="http://schemas.microsoft.com/office/drawing/2014/main" id="{631A0ACB-2FF0-41B1-89BE-15E0D9D98FD6}"/>
              </a:ext>
            </a:extLst>
          </p:cNvPr>
          <p:cNvSpPr>
            <a:spLocks noGrp="1"/>
          </p:cNvSpPr>
          <p:nvPr/>
        </p:nvSpPr>
        <p:spPr>
          <a:xfrm>
            <a:off x="3657600" y="4067175"/>
            <a:ext cx="723900" cy="971550"/>
          </a:xfrm>
          <a:custGeom>
            <a:avLst/>
            <a:gdLst/>
            <a:ahLst/>
            <a:cxnLst/>
            <a:rect l="0" t="0" r="0" b="0"/>
            <a:pathLst>
              <a:path w="723900" h="971550">
                <a:moveTo>
                  <a:pt x="289465" y="4420"/>
                </a:moveTo>
                <a:cubicBezTo>
                  <a:pt x="409689" y="-14735"/>
                  <a:pt x="721014" y="12716"/>
                  <a:pt x="686667" y="197615"/>
                </a:cubicBezTo>
                <a:cubicBezTo>
                  <a:pt x="671589" y="278759"/>
                  <a:pt x="582682" y="321716"/>
                  <a:pt x="507997" y="292084"/>
                </a:cubicBezTo>
                <a:cubicBezTo>
                  <a:pt x="479184" y="280645"/>
                  <a:pt x="457638" y="256927"/>
                  <a:pt x="427739" y="247221"/>
                </a:cubicBezTo>
                <a:cubicBezTo>
                  <a:pt x="394002" y="236268"/>
                  <a:pt x="325926" y="238954"/>
                  <a:pt x="323869" y="287588"/>
                </a:cubicBezTo>
                <a:cubicBezTo>
                  <a:pt x="320821" y="359845"/>
                  <a:pt x="550478" y="399755"/>
                  <a:pt x="603466" y="435950"/>
                </a:cubicBezTo>
                <a:cubicBezTo>
                  <a:pt x="730263" y="522570"/>
                  <a:pt x="763181" y="727148"/>
                  <a:pt x="666179" y="850021"/>
                </a:cubicBezTo>
                <a:cubicBezTo>
                  <a:pt x="610486" y="920544"/>
                  <a:pt x="524466" y="956548"/>
                  <a:pt x="437531" y="968759"/>
                </a:cubicBezTo>
                <a:cubicBezTo>
                  <a:pt x="323812" y="984742"/>
                  <a:pt x="-35233" y="961682"/>
                  <a:pt x="3439" y="773849"/>
                </a:cubicBezTo>
                <a:cubicBezTo>
                  <a:pt x="20317" y="691867"/>
                  <a:pt x="108242" y="637746"/>
                  <a:pt x="188128" y="672303"/>
                </a:cubicBezTo>
                <a:cubicBezTo>
                  <a:pt x="225171" y="688334"/>
                  <a:pt x="250612" y="719795"/>
                  <a:pt x="291160" y="730501"/>
                </a:cubicBezTo>
                <a:cubicBezTo>
                  <a:pt x="340604" y="743550"/>
                  <a:pt x="429206" y="741845"/>
                  <a:pt x="433168" y="670674"/>
                </a:cubicBezTo>
                <a:cubicBezTo>
                  <a:pt x="436731" y="606647"/>
                  <a:pt x="224809" y="563013"/>
                  <a:pt x="169174" y="531762"/>
                </a:cubicBezTo>
                <a:cubicBezTo>
                  <a:pt x="-106309" y="377057"/>
                  <a:pt x="1267" y="50321"/>
                  <a:pt x="289465" y="44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10_英文_a">
            <a:extLst>
              <a:ext uri="{FF2B5EF4-FFF2-40B4-BE49-F238E27FC236}">
                <a16:creationId xmlns:a16="http://schemas.microsoft.com/office/drawing/2014/main" id="{06601C1F-37FB-4D7B-BBBD-69B1A27C8425}"/>
              </a:ext>
            </a:extLst>
          </p:cNvPr>
          <p:cNvSpPr>
            <a:spLocks noGrp="1"/>
          </p:cNvSpPr>
          <p:nvPr/>
        </p:nvSpPr>
        <p:spPr>
          <a:xfrm>
            <a:off x="4467225" y="4067175"/>
            <a:ext cx="866775" cy="971550"/>
          </a:xfrm>
          <a:custGeom>
            <a:avLst/>
            <a:gdLst/>
            <a:ahLst/>
            <a:cxnLst/>
            <a:rect l="0" t="0" r="0" b="0"/>
            <a:pathLst>
              <a:path w="866775" h="971550">
                <a:moveTo>
                  <a:pt x="579044" y="866756"/>
                </a:moveTo>
                <a:cubicBezTo>
                  <a:pt x="545725" y="886501"/>
                  <a:pt x="516255" y="912485"/>
                  <a:pt x="482032" y="930964"/>
                </a:cubicBezTo>
                <a:cubicBezTo>
                  <a:pt x="386801" y="982399"/>
                  <a:pt x="264023" y="988295"/>
                  <a:pt x="166402" y="940470"/>
                </a:cubicBezTo>
                <a:cubicBezTo>
                  <a:pt x="-46996" y="835914"/>
                  <a:pt x="-45568" y="522551"/>
                  <a:pt x="168478" y="420062"/>
                </a:cubicBezTo>
                <a:cubicBezTo>
                  <a:pt x="294437" y="359750"/>
                  <a:pt x="434273" y="362579"/>
                  <a:pt x="568014" y="377104"/>
                </a:cubicBezTo>
                <a:cubicBezTo>
                  <a:pt x="570586" y="249298"/>
                  <a:pt x="459715" y="219532"/>
                  <a:pt x="352682" y="251536"/>
                </a:cubicBezTo>
                <a:cubicBezTo>
                  <a:pt x="300619" y="267110"/>
                  <a:pt x="258689" y="300199"/>
                  <a:pt x="203740" y="307934"/>
                </a:cubicBezTo>
                <a:cubicBezTo>
                  <a:pt x="126635" y="318792"/>
                  <a:pt x="52740" y="273368"/>
                  <a:pt x="59407" y="188328"/>
                </a:cubicBezTo>
                <a:cubicBezTo>
                  <a:pt x="65484" y="110642"/>
                  <a:pt x="145332" y="69504"/>
                  <a:pt x="209941" y="44329"/>
                </a:cubicBezTo>
                <a:cubicBezTo>
                  <a:pt x="357407" y="-13144"/>
                  <a:pt x="571871" y="-25308"/>
                  <a:pt x="712022" y="58884"/>
                </a:cubicBezTo>
                <a:cubicBezTo>
                  <a:pt x="912990" y="179613"/>
                  <a:pt x="867089" y="449513"/>
                  <a:pt x="865632" y="648433"/>
                </a:cubicBezTo>
                <a:cubicBezTo>
                  <a:pt x="865203" y="707288"/>
                  <a:pt x="882044" y="830466"/>
                  <a:pt x="859003" y="880796"/>
                </a:cubicBezTo>
                <a:cubicBezTo>
                  <a:pt x="797719" y="1014660"/>
                  <a:pt x="634155" y="992534"/>
                  <a:pt x="579044" y="866756"/>
                </a:cubicBezTo>
                <a:close/>
                <a:moveTo>
                  <a:pt x="392640" y="565804"/>
                </a:moveTo>
                <a:cubicBezTo>
                  <a:pt x="208255" y="600494"/>
                  <a:pt x="282797" y="798947"/>
                  <a:pt x="459953" y="744931"/>
                </a:cubicBezTo>
                <a:cubicBezTo>
                  <a:pt x="497300" y="733549"/>
                  <a:pt x="534457" y="711346"/>
                  <a:pt x="556441" y="678104"/>
                </a:cubicBezTo>
                <a:cubicBezTo>
                  <a:pt x="630098" y="566661"/>
                  <a:pt x="460439" y="553041"/>
                  <a:pt x="392640" y="56580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11_编号_装饰_长横线">
            <a:extLst>
              <a:ext uri="{FF2B5EF4-FFF2-40B4-BE49-F238E27FC236}">
                <a16:creationId xmlns:a16="http://schemas.microsoft.com/office/drawing/2014/main" id="{A0A72E25-56F0-499D-A781-2856303DB165}"/>
              </a:ext>
            </a:extLst>
          </p:cNvPr>
          <p:cNvSpPr>
            <a:spLocks noGrp="1"/>
          </p:cNvSpPr>
          <p:nvPr/>
        </p:nvSpPr>
        <p:spPr>
          <a:xfrm>
            <a:off x="838200" y="942975"/>
            <a:ext cx="1009650" cy="114300"/>
          </a:xfrm>
          <a:custGeom>
            <a:avLst/>
            <a:gdLst/>
            <a:ahLst/>
            <a:cxnLst/>
            <a:rect l="0" t="0" r="0" b="0"/>
            <a:pathLst>
              <a:path w="1009650" h="114300">
                <a:moveTo>
                  <a:pt x="0" y="0"/>
                </a:moveTo>
                <a:lnTo>
                  <a:pt x="1009650" y="0"/>
                </a:lnTo>
                <a:cubicBezTo>
                  <a:pt x="1009650" y="0"/>
                  <a:pt x="1009650" y="0"/>
                  <a:pt x="1009650" y="0"/>
                </a:cubicBezTo>
                <a:lnTo>
                  <a:pt x="1009650" y="114300"/>
                </a:lnTo>
                <a:cubicBezTo>
                  <a:pt x="1009650" y="114300"/>
                  <a:pt x="1009650" y="114300"/>
                  <a:pt x="1009650" y="114300"/>
                </a:cubicBezTo>
                <a:lnTo>
                  <a:pt x="0" y="114300"/>
                </a:lnTo>
                <a:cubicBezTo>
                  <a:pt x="0" y="114300"/>
                  <a:pt x="0" y="114300"/>
                  <a:pt x="0" y="1143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12_编号_01_1">
            <a:extLst>
              <a:ext uri="{FF2B5EF4-FFF2-40B4-BE49-F238E27FC236}">
                <a16:creationId xmlns:a16="http://schemas.microsoft.com/office/drawing/2014/main" id="{2A79B067-A56D-4931-9F0A-1535AE68229A}"/>
              </a:ext>
            </a:extLst>
          </p:cNvPr>
          <p:cNvSpPr>
            <a:spLocks noGrp="1"/>
          </p:cNvSpPr>
          <p:nvPr/>
        </p:nvSpPr>
        <p:spPr>
          <a:xfrm>
            <a:off x="2095500" y="771525"/>
            <a:ext cx="200025" cy="428625"/>
          </a:xfrm>
          <a:custGeom>
            <a:avLst/>
            <a:gdLst/>
            <a:ahLst/>
            <a:cxnLst/>
            <a:rect l="0" t="0" r="0" b="0"/>
            <a:pathLst>
              <a:path w="200025" h="428625">
                <a:moveTo>
                  <a:pt x="193767" y="4905"/>
                </a:moveTo>
                <a:cubicBezTo>
                  <a:pt x="203673" y="66770"/>
                  <a:pt x="198196" y="132779"/>
                  <a:pt x="198139" y="195853"/>
                </a:cubicBezTo>
                <a:cubicBezTo>
                  <a:pt x="198072" y="271948"/>
                  <a:pt x="201139" y="348453"/>
                  <a:pt x="197044" y="424386"/>
                </a:cubicBezTo>
                <a:cubicBezTo>
                  <a:pt x="164173" y="430635"/>
                  <a:pt x="133836" y="430006"/>
                  <a:pt x="100117" y="426987"/>
                </a:cubicBezTo>
                <a:cubicBezTo>
                  <a:pt x="88878" y="330584"/>
                  <a:pt x="100660" y="231134"/>
                  <a:pt x="93869" y="134045"/>
                </a:cubicBezTo>
                <a:cubicBezTo>
                  <a:pt x="69609" y="142199"/>
                  <a:pt x="46358" y="153010"/>
                  <a:pt x="21184" y="159115"/>
                </a:cubicBezTo>
                <a:cubicBezTo>
                  <a:pt x="13268" y="140903"/>
                  <a:pt x="-229" y="111166"/>
                  <a:pt x="4077" y="90297"/>
                </a:cubicBezTo>
                <a:cubicBezTo>
                  <a:pt x="7372" y="74305"/>
                  <a:pt x="42301" y="63227"/>
                  <a:pt x="54740" y="54769"/>
                </a:cubicBezTo>
                <a:cubicBezTo>
                  <a:pt x="121910" y="9125"/>
                  <a:pt x="97679" y="-10068"/>
                  <a:pt x="193767" y="490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4" name="13_编号_02_4">
            <a:extLst>
              <a:ext uri="{FF2B5EF4-FFF2-40B4-BE49-F238E27FC236}">
                <a16:creationId xmlns:a16="http://schemas.microsoft.com/office/drawing/2014/main" id="{C13454A6-298A-4226-8A03-48058152DD03}"/>
              </a:ext>
            </a:extLst>
          </p:cNvPr>
          <p:cNvSpPr>
            <a:spLocks noGrp="1"/>
          </p:cNvSpPr>
          <p:nvPr/>
        </p:nvSpPr>
        <p:spPr>
          <a:xfrm>
            <a:off x="2390775" y="771525"/>
            <a:ext cx="342900" cy="428625"/>
          </a:xfrm>
          <a:custGeom>
            <a:avLst/>
            <a:gdLst/>
            <a:ahLst/>
            <a:cxnLst/>
            <a:rect l="0" t="0" r="0" b="0"/>
            <a:pathLst>
              <a:path w="342900" h="428625">
                <a:moveTo>
                  <a:pt x="287779" y="3581"/>
                </a:moveTo>
                <a:cubicBezTo>
                  <a:pt x="295161" y="44158"/>
                  <a:pt x="286722" y="245821"/>
                  <a:pt x="296237" y="259566"/>
                </a:cubicBezTo>
                <a:cubicBezTo>
                  <a:pt x="303028" y="269367"/>
                  <a:pt x="329222" y="267195"/>
                  <a:pt x="339890" y="268148"/>
                </a:cubicBezTo>
                <a:cubicBezTo>
                  <a:pt x="345967" y="321126"/>
                  <a:pt x="360131" y="341928"/>
                  <a:pt x="298923" y="348396"/>
                </a:cubicBezTo>
                <a:cubicBezTo>
                  <a:pt x="293694" y="373513"/>
                  <a:pt x="291970" y="399088"/>
                  <a:pt x="288969" y="425063"/>
                </a:cubicBezTo>
                <a:cubicBezTo>
                  <a:pt x="256070" y="430263"/>
                  <a:pt x="228419" y="430835"/>
                  <a:pt x="196415" y="422929"/>
                </a:cubicBezTo>
                <a:cubicBezTo>
                  <a:pt x="194748" y="397783"/>
                  <a:pt x="195158" y="373009"/>
                  <a:pt x="190014" y="348910"/>
                </a:cubicBezTo>
                <a:cubicBezTo>
                  <a:pt x="129169" y="341976"/>
                  <a:pt x="67170" y="347596"/>
                  <a:pt x="5972" y="343652"/>
                </a:cubicBezTo>
                <a:cubicBezTo>
                  <a:pt x="1143" y="319802"/>
                  <a:pt x="-5772" y="290389"/>
                  <a:pt x="2962" y="265738"/>
                </a:cubicBezTo>
                <a:cubicBezTo>
                  <a:pt x="16212" y="228381"/>
                  <a:pt x="93507" y="134474"/>
                  <a:pt x="119653" y="95145"/>
                </a:cubicBezTo>
                <a:cubicBezTo>
                  <a:pt x="134407" y="72942"/>
                  <a:pt x="163068" y="17802"/>
                  <a:pt x="184852" y="5191"/>
                </a:cubicBezTo>
                <a:cubicBezTo>
                  <a:pt x="210703" y="-9782"/>
                  <a:pt x="259804" y="505"/>
                  <a:pt x="287779" y="3581"/>
                </a:cubicBezTo>
                <a:close/>
                <a:moveTo>
                  <a:pt x="190538" y="132912"/>
                </a:moveTo>
                <a:cubicBezTo>
                  <a:pt x="155981" y="170069"/>
                  <a:pt x="123044" y="217903"/>
                  <a:pt x="106537" y="264652"/>
                </a:cubicBezTo>
                <a:cubicBezTo>
                  <a:pt x="136007" y="265814"/>
                  <a:pt x="163992" y="266119"/>
                  <a:pt x="192957" y="262433"/>
                </a:cubicBezTo>
                <a:cubicBezTo>
                  <a:pt x="197406" y="220066"/>
                  <a:pt x="199177" y="173060"/>
                  <a:pt x="190538" y="1329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14_编号_03_8">
            <a:extLst>
              <a:ext uri="{FF2B5EF4-FFF2-40B4-BE49-F238E27FC236}">
                <a16:creationId xmlns:a16="http://schemas.microsoft.com/office/drawing/2014/main" id="{1561A05B-2442-4B07-91DD-AB2604313EDB}"/>
              </a:ext>
            </a:extLst>
          </p:cNvPr>
          <p:cNvSpPr>
            <a:spLocks noGrp="1"/>
          </p:cNvSpPr>
          <p:nvPr/>
        </p:nvSpPr>
        <p:spPr>
          <a:xfrm>
            <a:off x="2800350" y="762000"/>
            <a:ext cx="333375" cy="447675"/>
          </a:xfrm>
          <a:custGeom>
            <a:avLst/>
            <a:gdLst/>
            <a:ahLst/>
            <a:cxnLst/>
            <a:rect l="0" t="0" r="0" b="0"/>
            <a:pathLst>
              <a:path w="333375" h="447675">
                <a:moveTo>
                  <a:pt x="274063" y="213150"/>
                </a:moveTo>
                <a:cubicBezTo>
                  <a:pt x="292256" y="229905"/>
                  <a:pt x="311810" y="245859"/>
                  <a:pt x="321745" y="269281"/>
                </a:cubicBezTo>
                <a:cubicBezTo>
                  <a:pt x="332832" y="295418"/>
                  <a:pt x="333308" y="324364"/>
                  <a:pt x="325231" y="351406"/>
                </a:cubicBezTo>
                <a:cubicBezTo>
                  <a:pt x="277387" y="511626"/>
                  <a:pt x="-61598" y="465601"/>
                  <a:pt x="2838" y="274491"/>
                </a:cubicBezTo>
                <a:cubicBezTo>
                  <a:pt x="12021" y="247250"/>
                  <a:pt x="33909" y="229705"/>
                  <a:pt x="53931" y="210950"/>
                </a:cubicBezTo>
                <a:cubicBezTo>
                  <a:pt x="39719" y="196005"/>
                  <a:pt x="22584" y="181756"/>
                  <a:pt x="14811" y="161839"/>
                </a:cubicBezTo>
                <a:cubicBezTo>
                  <a:pt x="-61751" y="-34366"/>
                  <a:pt x="358492" y="-65294"/>
                  <a:pt x="313982" y="149543"/>
                </a:cubicBezTo>
                <a:cubicBezTo>
                  <a:pt x="308762" y="174717"/>
                  <a:pt x="289389" y="193777"/>
                  <a:pt x="274063" y="213150"/>
                </a:cubicBezTo>
                <a:close/>
                <a:moveTo>
                  <a:pt x="153333" y="79467"/>
                </a:moveTo>
                <a:cubicBezTo>
                  <a:pt x="80677" y="86658"/>
                  <a:pt x="101717" y="186480"/>
                  <a:pt x="170469" y="177737"/>
                </a:cubicBezTo>
                <a:cubicBezTo>
                  <a:pt x="244812" y="168288"/>
                  <a:pt x="231867" y="71695"/>
                  <a:pt x="153333" y="79467"/>
                </a:cubicBezTo>
                <a:close/>
                <a:moveTo>
                  <a:pt x="133931" y="257546"/>
                </a:moveTo>
                <a:cubicBezTo>
                  <a:pt x="42043" y="291589"/>
                  <a:pt x="135579" y="417347"/>
                  <a:pt x="213227" y="348872"/>
                </a:cubicBezTo>
                <a:cubicBezTo>
                  <a:pt x="267976" y="300599"/>
                  <a:pt x="190538" y="236563"/>
                  <a:pt x="133931" y="2575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6" name="15_编号_04_横杠">
            <a:extLst>
              <a:ext uri="{FF2B5EF4-FFF2-40B4-BE49-F238E27FC236}">
                <a16:creationId xmlns:a16="http://schemas.microsoft.com/office/drawing/2014/main" id="{CBD188F0-8230-4D7B-9E58-93CCD53AD3BC}"/>
              </a:ext>
            </a:extLst>
          </p:cNvPr>
          <p:cNvSpPr>
            <a:spLocks noGrp="1"/>
          </p:cNvSpPr>
          <p:nvPr/>
        </p:nvSpPr>
        <p:spPr>
          <a:xfrm>
            <a:off x="3200400" y="971550"/>
            <a:ext cx="180975" cy="76200"/>
          </a:xfrm>
          <a:custGeom>
            <a:avLst/>
            <a:gdLst/>
            <a:ahLst/>
            <a:cxnLst/>
            <a:rect l="0" t="0" r="0" b="0"/>
            <a:pathLst>
              <a:path w="180975" h="76200">
                <a:moveTo>
                  <a:pt x="0" y="0"/>
                </a:moveTo>
                <a:lnTo>
                  <a:pt x="180975" y="0"/>
                </a:lnTo>
                <a:cubicBezTo>
                  <a:pt x="180975" y="0"/>
                  <a:pt x="180975" y="0"/>
                  <a:pt x="180975" y="0"/>
                </a:cubicBezTo>
                <a:lnTo>
                  <a:pt x="180975" y="76200"/>
                </a:lnTo>
                <a:cubicBezTo>
                  <a:pt x="180975" y="76200"/>
                  <a:pt x="180975" y="76200"/>
                  <a:pt x="180975" y="76200"/>
                </a:cubicBezTo>
                <a:lnTo>
                  <a:pt x="0" y="76200"/>
                </a:lnTo>
                <a:cubicBezTo>
                  <a:pt x="0" y="76200"/>
                  <a:pt x="0" y="76200"/>
                  <a:pt x="0" y="762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16_编号_05_5">
            <a:extLst>
              <a:ext uri="{FF2B5EF4-FFF2-40B4-BE49-F238E27FC236}">
                <a16:creationId xmlns:a16="http://schemas.microsoft.com/office/drawing/2014/main" id="{E4EC15E1-1052-4F0A-A0B4-CE02B43EF322}"/>
              </a:ext>
            </a:extLst>
          </p:cNvPr>
          <p:cNvSpPr>
            <a:spLocks noGrp="1"/>
          </p:cNvSpPr>
          <p:nvPr/>
        </p:nvSpPr>
        <p:spPr>
          <a:xfrm>
            <a:off x="3448050" y="771525"/>
            <a:ext cx="304800" cy="438150"/>
          </a:xfrm>
          <a:custGeom>
            <a:avLst/>
            <a:gdLst/>
            <a:ahLst/>
            <a:cxnLst/>
            <a:rect l="0" t="0" r="0" b="0"/>
            <a:pathLst>
              <a:path w="304800" h="438150">
                <a:moveTo>
                  <a:pt x="41691" y="3591"/>
                </a:moveTo>
                <a:cubicBezTo>
                  <a:pt x="118367" y="-4191"/>
                  <a:pt x="205559" y="-7229"/>
                  <a:pt x="281473" y="4686"/>
                </a:cubicBezTo>
                <a:cubicBezTo>
                  <a:pt x="283340" y="30832"/>
                  <a:pt x="283178" y="55178"/>
                  <a:pt x="280502" y="81115"/>
                </a:cubicBezTo>
                <a:cubicBezTo>
                  <a:pt x="257108" y="83801"/>
                  <a:pt x="136608" y="79886"/>
                  <a:pt x="127435" y="90516"/>
                </a:cubicBezTo>
                <a:cubicBezTo>
                  <a:pt x="115395" y="104470"/>
                  <a:pt x="123320" y="130931"/>
                  <a:pt x="124339" y="146523"/>
                </a:cubicBezTo>
                <a:cubicBezTo>
                  <a:pt x="161487" y="147361"/>
                  <a:pt x="200396" y="145104"/>
                  <a:pt x="234877" y="162325"/>
                </a:cubicBezTo>
                <a:cubicBezTo>
                  <a:pt x="314163" y="201911"/>
                  <a:pt x="327308" y="333413"/>
                  <a:pt x="263538" y="392840"/>
                </a:cubicBezTo>
                <a:cubicBezTo>
                  <a:pt x="194615" y="457076"/>
                  <a:pt x="74152" y="448589"/>
                  <a:pt x="819" y="397783"/>
                </a:cubicBezTo>
                <a:cubicBezTo>
                  <a:pt x="4343" y="369894"/>
                  <a:pt x="9020" y="347358"/>
                  <a:pt x="20136" y="322364"/>
                </a:cubicBezTo>
                <a:cubicBezTo>
                  <a:pt x="62751" y="339452"/>
                  <a:pt x="112614" y="363064"/>
                  <a:pt x="159629" y="347834"/>
                </a:cubicBezTo>
                <a:cubicBezTo>
                  <a:pt x="205178" y="333089"/>
                  <a:pt x="221380" y="270986"/>
                  <a:pt x="182213" y="239058"/>
                </a:cubicBezTo>
                <a:cubicBezTo>
                  <a:pt x="133721" y="199511"/>
                  <a:pt x="86878" y="239811"/>
                  <a:pt x="50254" y="232429"/>
                </a:cubicBezTo>
                <a:cubicBezTo>
                  <a:pt x="39357" y="230238"/>
                  <a:pt x="31661" y="223380"/>
                  <a:pt x="22041" y="218704"/>
                </a:cubicBezTo>
                <a:cubicBezTo>
                  <a:pt x="21546" y="148142"/>
                  <a:pt x="31861" y="73552"/>
                  <a:pt x="41691" y="359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" name="17_编号_06_1">
            <a:extLst>
              <a:ext uri="{FF2B5EF4-FFF2-40B4-BE49-F238E27FC236}">
                <a16:creationId xmlns:a16="http://schemas.microsoft.com/office/drawing/2014/main" id="{7888E04F-8BEC-4410-9767-FC8EC3AF577B}"/>
              </a:ext>
            </a:extLst>
          </p:cNvPr>
          <p:cNvSpPr>
            <a:spLocks noGrp="1"/>
          </p:cNvSpPr>
          <p:nvPr/>
        </p:nvSpPr>
        <p:spPr>
          <a:xfrm>
            <a:off x="3819525" y="771525"/>
            <a:ext cx="190500" cy="428625"/>
          </a:xfrm>
          <a:custGeom>
            <a:avLst/>
            <a:gdLst/>
            <a:ahLst/>
            <a:cxnLst/>
            <a:rect l="0" t="0" r="0" b="0"/>
            <a:pathLst>
              <a:path w="190500" h="428625">
                <a:moveTo>
                  <a:pt x="188062" y="2096"/>
                </a:moveTo>
                <a:cubicBezTo>
                  <a:pt x="200006" y="67123"/>
                  <a:pt x="194472" y="137570"/>
                  <a:pt x="194129" y="204359"/>
                </a:cubicBezTo>
                <a:cubicBezTo>
                  <a:pt x="193739" y="277959"/>
                  <a:pt x="197320" y="352882"/>
                  <a:pt x="190195" y="425939"/>
                </a:cubicBezTo>
                <a:cubicBezTo>
                  <a:pt x="159639" y="429797"/>
                  <a:pt x="130721" y="429778"/>
                  <a:pt x="99689" y="427825"/>
                </a:cubicBezTo>
                <a:cubicBezTo>
                  <a:pt x="85820" y="332794"/>
                  <a:pt x="98755" y="232162"/>
                  <a:pt x="93288" y="135712"/>
                </a:cubicBezTo>
                <a:cubicBezTo>
                  <a:pt x="67875" y="142742"/>
                  <a:pt x="44158" y="154838"/>
                  <a:pt x="17707" y="158344"/>
                </a:cubicBezTo>
                <a:cubicBezTo>
                  <a:pt x="12868" y="140284"/>
                  <a:pt x="-171" y="109738"/>
                  <a:pt x="4353" y="90611"/>
                </a:cubicBezTo>
                <a:cubicBezTo>
                  <a:pt x="6991" y="79419"/>
                  <a:pt x="21231" y="73628"/>
                  <a:pt x="30232" y="68732"/>
                </a:cubicBezTo>
                <a:cubicBezTo>
                  <a:pt x="55931" y="54740"/>
                  <a:pt x="95812" y="8849"/>
                  <a:pt x="114805" y="3258"/>
                </a:cubicBezTo>
                <a:cubicBezTo>
                  <a:pt x="137474" y="-3419"/>
                  <a:pt x="164878" y="1105"/>
                  <a:pt x="188062" y="20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18_编号_07_9">
            <a:extLst>
              <a:ext uri="{FF2B5EF4-FFF2-40B4-BE49-F238E27FC236}">
                <a16:creationId xmlns:a16="http://schemas.microsoft.com/office/drawing/2014/main" id="{72044171-A5C2-4357-A86B-D977AB4EE094}"/>
              </a:ext>
            </a:extLst>
          </p:cNvPr>
          <p:cNvSpPr>
            <a:spLocks noGrp="1"/>
          </p:cNvSpPr>
          <p:nvPr/>
        </p:nvSpPr>
        <p:spPr>
          <a:xfrm>
            <a:off x="4105275" y="762000"/>
            <a:ext cx="323850" cy="447675"/>
          </a:xfrm>
          <a:custGeom>
            <a:avLst/>
            <a:gdLst/>
            <a:ahLst/>
            <a:cxnLst/>
            <a:rect l="0" t="0" r="0" b="0"/>
            <a:pathLst>
              <a:path w="323850" h="447675">
                <a:moveTo>
                  <a:pt x="44053" y="428092"/>
                </a:moveTo>
                <a:cubicBezTo>
                  <a:pt x="42262" y="400707"/>
                  <a:pt x="44482" y="377990"/>
                  <a:pt x="50530" y="351263"/>
                </a:cubicBezTo>
                <a:cubicBezTo>
                  <a:pt x="121415" y="369389"/>
                  <a:pt x="204807" y="376371"/>
                  <a:pt x="212465" y="281311"/>
                </a:cubicBezTo>
                <a:cubicBezTo>
                  <a:pt x="175479" y="289798"/>
                  <a:pt x="141456" y="300485"/>
                  <a:pt x="102127" y="291875"/>
                </a:cubicBezTo>
                <a:cubicBezTo>
                  <a:pt x="-50159" y="258528"/>
                  <a:pt x="-20260" y="7334"/>
                  <a:pt x="149638" y="1838"/>
                </a:cubicBezTo>
                <a:cubicBezTo>
                  <a:pt x="182509" y="772"/>
                  <a:pt x="217199" y="6544"/>
                  <a:pt x="245650" y="23755"/>
                </a:cubicBezTo>
                <a:cubicBezTo>
                  <a:pt x="307210" y="60979"/>
                  <a:pt x="318935" y="137398"/>
                  <a:pt x="319449" y="203216"/>
                </a:cubicBezTo>
                <a:cubicBezTo>
                  <a:pt x="320754" y="371104"/>
                  <a:pt x="221418" y="496872"/>
                  <a:pt x="44053" y="428092"/>
                </a:cubicBezTo>
                <a:close/>
                <a:moveTo>
                  <a:pt x="143418" y="86258"/>
                </a:moveTo>
                <a:cubicBezTo>
                  <a:pt x="69590" y="101270"/>
                  <a:pt x="94631" y="231581"/>
                  <a:pt x="173603" y="216560"/>
                </a:cubicBezTo>
                <a:cubicBezTo>
                  <a:pt x="250355" y="201968"/>
                  <a:pt x="222523" y="70180"/>
                  <a:pt x="143418" y="862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0" name="19_编号_08_横杠">
            <a:extLst>
              <a:ext uri="{FF2B5EF4-FFF2-40B4-BE49-F238E27FC236}">
                <a16:creationId xmlns:a16="http://schemas.microsoft.com/office/drawing/2014/main" id="{B62B5293-9DAC-4B99-BC4A-411181BD5CE0}"/>
              </a:ext>
            </a:extLst>
          </p:cNvPr>
          <p:cNvSpPr>
            <a:spLocks noGrp="1"/>
          </p:cNvSpPr>
          <p:nvPr/>
        </p:nvSpPr>
        <p:spPr>
          <a:xfrm>
            <a:off x="4486275" y="971550"/>
            <a:ext cx="180975" cy="76200"/>
          </a:xfrm>
          <a:custGeom>
            <a:avLst/>
            <a:gdLst/>
            <a:ahLst/>
            <a:cxnLst/>
            <a:rect l="0" t="0" r="0" b="0"/>
            <a:pathLst>
              <a:path w="180975" h="76200">
                <a:moveTo>
                  <a:pt x="0" y="0"/>
                </a:moveTo>
                <a:lnTo>
                  <a:pt x="180975" y="0"/>
                </a:lnTo>
                <a:cubicBezTo>
                  <a:pt x="180975" y="0"/>
                  <a:pt x="180975" y="0"/>
                  <a:pt x="180975" y="0"/>
                </a:cubicBezTo>
                <a:lnTo>
                  <a:pt x="180975" y="76200"/>
                </a:lnTo>
                <a:cubicBezTo>
                  <a:pt x="180975" y="76200"/>
                  <a:pt x="180975" y="76200"/>
                  <a:pt x="180975" y="76200"/>
                </a:cubicBezTo>
                <a:lnTo>
                  <a:pt x="0" y="76200"/>
                </a:lnTo>
                <a:cubicBezTo>
                  <a:pt x="0" y="76200"/>
                  <a:pt x="0" y="76200"/>
                  <a:pt x="0" y="762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20_编号_09_5">
            <a:extLst>
              <a:ext uri="{FF2B5EF4-FFF2-40B4-BE49-F238E27FC236}">
                <a16:creationId xmlns:a16="http://schemas.microsoft.com/office/drawing/2014/main" id="{75DB1781-BB02-4CD6-AA28-6B67F7E66E1A}"/>
              </a:ext>
            </a:extLst>
          </p:cNvPr>
          <p:cNvSpPr>
            <a:spLocks noGrp="1"/>
          </p:cNvSpPr>
          <p:nvPr/>
        </p:nvSpPr>
        <p:spPr>
          <a:xfrm>
            <a:off x="4733925" y="771525"/>
            <a:ext cx="295275" cy="438150"/>
          </a:xfrm>
          <a:custGeom>
            <a:avLst/>
            <a:gdLst/>
            <a:ahLst/>
            <a:cxnLst/>
            <a:rect l="0" t="0" r="0" b="0"/>
            <a:pathLst>
              <a:path w="295275" h="438150">
                <a:moveTo>
                  <a:pt x="272634" y="4505"/>
                </a:moveTo>
                <a:cubicBezTo>
                  <a:pt x="275263" y="31499"/>
                  <a:pt x="275330" y="55255"/>
                  <a:pt x="271758" y="81982"/>
                </a:cubicBezTo>
                <a:cubicBezTo>
                  <a:pt x="248631" y="84211"/>
                  <a:pt x="128283" y="80143"/>
                  <a:pt x="119748" y="92231"/>
                </a:cubicBezTo>
                <a:cubicBezTo>
                  <a:pt x="109490" y="106756"/>
                  <a:pt x="115329" y="130197"/>
                  <a:pt x="115776" y="146133"/>
                </a:cubicBezTo>
                <a:cubicBezTo>
                  <a:pt x="150285" y="148257"/>
                  <a:pt x="185261" y="145513"/>
                  <a:pt x="218532" y="159334"/>
                </a:cubicBezTo>
                <a:cubicBezTo>
                  <a:pt x="246936" y="171136"/>
                  <a:pt x="271729" y="192596"/>
                  <a:pt x="284007" y="221304"/>
                </a:cubicBezTo>
                <a:cubicBezTo>
                  <a:pt x="334642" y="339681"/>
                  <a:pt x="250889" y="438445"/>
                  <a:pt x="130664" y="437255"/>
                </a:cubicBezTo>
                <a:cubicBezTo>
                  <a:pt x="102470" y="436978"/>
                  <a:pt x="12659" y="426872"/>
                  <a:pt x="-371" y="397145"/>
                </a:cubicBezTo>
                <a:cubicBezTo>
                  <a:pt x="-9077" y="377304"/>
                  <a:pt x="6315" y="344024"/>
                  <a:pt x="12087" y="324583"/>
                </a:cubicBezTo>
                <a:cubicBezTo>
                  <a:pt x="63341" y="337737"/>
                  <a:pt x="197510" y="393487"/>
                  <a:pt x="198034" y="288503"/>
                </a:cubicBezTo>
                <a:cubicBezTo>
                  <a:pt x="198625" y="166726"/>
                  <a:pt x="36852" y="263081"/>
                  <a:pt x="16021" y="216341"/>
                </a:cubicBezTo>
                <a:cubicBezTo>
                  <a:pt x="6658" y="195301"/>
                  <a:pt x="28689" y="35090"/>
                  <a:pt x="34738" y="4915"/>
                </a:cubicBezTo>
                <a:cubicBezTo>
                  <a:pt x="109280" y="-6496"/>
                  <a:pt x="197815" y="-5867"/>
                  <a:pt x="272634" y="450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" name="21_编号_10_9">
            <a:extLst>
              <a:ext uri="{FF2B5EF4-FFF2-40B4-BE49-F238E27FC236}">
                <a16:creationId xmlns:a16="http://schemas.microsoft.com/office/drawing/2014/main" id="{16F28209-84DC-4B76-AD14-CD803C39DFEA}"/>
              </a:ext>
            </a:extLst>
          </p:cNvPr>
          <p:cNvSpPr>
            <a:spLocks noGrp="1"/>
          </p:cNvSpPr>
          <p:nvPr/>
        </p:nvSpPr>
        <p:spPr>
          <a:xfrm>
            <a:off x="5086350" y="762000"/>
            <a:ext cx="314325" cy="447675"/>
          </a:xfrm>
          <a:custGeom>
            <a:avLst/>
            <a:gdLst/>
            <a:ahLst/>
            <a:cxnLst/>
            <a:rect l="0" t="0" r="0" b="0"/>
            <a:pathLst>
              <a:path w="314325" h="447675">
                <a:moveTo>
                  <a:pt x="41872" y="430606"/>
                </a:moveTo>
                <a:cubicBezTo>
                  <a:pt x="39453" y="404879"/>
                  <a:pt x="40310" y="381305"/>
                  <a:pt x="43244" y="355244"/>
                </a:cubicBezTo>
                <a:cubicBezTo>
                  <a:pt x="111985" y="358912"/>
                  <a:pt x="204407" y="383753"/>
                  <a:pt x="204187" y="281159"/>
                </a:cubicBezTo>
                <a:cubicBezTo>
                  <a:pt x="178079" y="291151"/>
                  <a:pt x="153467" y="296723"/>
                  <a:pt x="125120" y="295085"/>
                </a:cubicBezTo>
                <a:cubicBezTo>
                  <a:pt x="-52445" y="284798"/>
                  <a:pt x="-36024" y="13811"/>
                  <a:pt x="141351" y="2467"/>
                </a:cubicBezTo>
                <a:cubicBezTo>
                  <a:pt x="172383" y="476"/>
                  <a:pt x="206178" y="4743"/>
                  <a:pt x="233734" y="19983"/>
                </a:cubicBezTo>
                <a:cubicBezTo>
                  <a:pt x="345091" y="81572"/>
                  <a:pt x="336433" y="314516"/>
                  <a:pt x="254489" y="397231"/>
                </a:cubicBezTo>
                <a:cubicBezTo>
                  <a:pt x="196767" y="455505"/>
                  <a:pt x="114757" y="452866"/>
                  <a:pt x="41872" y="430606"/>
                </a:cubicBezTo>
                <a:close/>
                <a:moveTo>
                  <a:pt x="134531" y="88021"/>
                </a:moveTo>
                <a:cubicBezTo>
                  <a:pt x="66189" y="112090"/>
                  <a:pt x="98412" y="235182"/>
                  <a:pt x="174679" y="215837"/>
                </a:cubicBezTo>
                <a:cubicBezTo>
                  <a:pt x="247936" y="197263"/>
                  <a:pt x="212046" y="60731"/>
                  <a:pt x="134531" y="880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22_编号_11_3">
            <a:extLst>
              <a:ext uri="{FF2B5EF4-FFF2-40B4-BE49-F238E27FC236}">
                <a16:creationId xmlns:a16="http://schemas.microsoft.com/office/drawing/2014/main" id="{46BE38EF-EBB9-422B-98AC-D4B798A25D0F}"/>
              </a:ext>
            </a:extLst>
          </p:cNvPr>
          <p:cNvSpPr>
            <a:spLocks noGrp="1"/>
          </p:cNvSpPr>
          <p:nvPr/>
        </p:nvSpPr>
        <p:spPr>
          <a:xfrm>
            <a:off x="5467350" y="762000"/>
            <a:ext cx="295275" cy="447675"/>
          </a:xfrm>
          <a:custGeom>
            <a:avLst/>
            <a:gdLst/>
            <a:ahLst/>
            <a:cxnLst/>
            <a:rect l="0" t="0" r="0" b="0"/>
            <a:pathLst>
              <a:path w="295275" h="447675">
                <a:moveTo>
                  <a:pt x="225628" y="214579"/>
                </a:moveTo>
                <a:cubicBezTo>
                  <a:pt x="245555" y="227028"/>
                  <a:pt x="264290" y="238697"/>
                  <a:pt x="277044" y="259242"/>
                </a:cubicBezTo>
                <a:cubicBezTo>
                  <a:pt x="290703" y="281264"/>
                  <a:pt x="293865" y="310220"/>
                  <a:pt x="289065" y="335375"/>
                </a:cubicBezTo>
                <a:cubicBezTo>
                  <a:pt x="271729" y="426329"/>
                  <a:pt x="183585" y="451323"/>
                  <a:pt x="101127" y="445294"/>
                </a:cubicBezTo>
                <a:cubicBezTo>
                  <a:pt x="79105" y="443684"/>
                  <a:pt x="11059" y="431883"/>
                  <a:pt x="1486" y="409832"/>
                </a:cubicBezTo>
                <a:cubicBezTo>
                  <a:pt x="-8334" y="387220"/>
                  <a:pt x="8630" y="353939"/>
                  <a:pt x="16459" y="333651"/>
                </a:cubicBezTo>
                <a:cubicBezTo>
                  <a:pt x="57026" y="354320"/>
                  <a:pt x="161944" y="390744"/>
                  <a:pt x="187928" y="331565"/>
                </a:cubicBezTo>
                <a:cubicBezTo>
                  <a:pt x="193615" y="318621"/>
                  <a:pt x="193691" y="299152"/>
                  <a:pt x="187376" y="286398"/>
                </a:cubicBezTo>
                <a:cubicBezTo>
                  <a:pt x="162325" y="235791"/>
                  <a:pt x="75428" y="266281"/>
                  <a:pt x="60903" y="243068"/>
                </a:cubicBezTo>
                <a:cubicBezTo>
                  <a:pt x="51073" y="227333"/>
                  <a:pt x="58998" y="198015"/>
                  <a:pt x="60503" y="181099"/>
                </a:cubicBezTo>
                <a:cubicBezTo>
                  <a:pt x="86011" y="179518"/>
                  <a:pt x="114119" y="181413"/>
                  <a:pt x="138989" y="174812"/>
                </a:cubicBezTo>
                <a:cubicBezTo>
                  <a:pt x="179032" y="164173"/>
                  <a:pt x="201320" y="109014"/>
                  <a:pt x="152905" y="91621"/>
                </a:cubicBezTo>
                <a:cubicBezTo>
                  <a:pt x="112090" y="76952"/>
                  <a:pt x="64589" y="93716"/>
                  <a:pt x="26603" y="109157"/>
                </a:cubicBezTo>
                <a:cubicBezTo>
                  <a:pt x="17545" y="91154"/>
                  <a:pt x="257" y="58141"/>
                  <a:pt x="12964" y="37005"/>
                </a:cubicBezTo>
                <a:cubicBezTo>
                  <a:pt x="25946" y="15421"/>
                  <a:pt x="70885" y="10116"/>
                  <a:pt x="92821" y="5925"/>
                </a:cubicBezTo>
                <a:cubicBezTo>
                  <a:pt x="184109" y="-11497"/>
                  <a:pt x="315611" y="42120"/>
                  <a:pt x="271415" y="157648"/>
                </a:cubicBezTo>
                <a:cubicBezTo>
                  <a:pt x="262461" y="181042"/>
                  <a:pt x="242573" y="197558"/>
                  <a:pt x="225628" y="2145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4" name="23_星星_左上">
            <a:extLst>
              <a:ext uri="{FF2B5EF4-FFF2-40B4-BE49-F238E27FC236}">
                <a16:creationId xmlns:a16="http://schemas.microsoft.com/office/drawing/2014/main" id="{71A7EB45-046A-4FC8-A608-C3DEC7C7EA88}"/>
              </a:ext>
            </a:extLst>
          </p:cNvPr>
          <p:cNvSpPr>
            <a:spLocks noGrp="1"/>
          </p:cNvSpPr>
          <p:nvPr/>
        </p:nvSpPr>
        <p:spPr>
          <a:xfrm>
            <a:off x="5905500" y="1666875"/>
            <a:ext cx="790575" cy="904875"/>
          </a:xfrm>
          <a:custGeom>
            <a:avLst/>
            <a:gdLst/>
            <a:ahLst/>
            <a:cxnLst/>
            <a:rect l="0" t="0" r="0" b="0"/>
            <a:pathLst>
              <a:path w="790575" h="904875">
                <a:moveTo>
                  <a:pt x="398726" y="1905"/>
                </a:moveTo>
                <a:cubicBezTo>
                  <a:pt x="411270" y="41224"/>
                  <a:pt x="413471" y="82172"/>
                  <a:pt x="421300" y="122930"/>
                </a:cubicBezTo>
                <a:cubicBezTo>
                  <a:pt x="443122" y="236630"/>
                  <a:pt x="500624" y="347386"/>
                  <a:pt x="610295" y="398078"/>
                </a:cubicBezTo>
                <a:cubicBezTo>
                  <a:pt x="667350" y="424453"/>
                  <a:pt x="730291" y="428520"/>
                  <a:pt x="787927" y="449437"/>
                </a:cubicBezTo>
                <a:cubicBezTo>
                  <a:pt x="722833" y="483032"/>
                  <a:pt x="640099" y="475117"/>
                  <a:pt x="575996" y="517693"/>
                </a:cubicBezTo>
                <a:cubicBezTo>
                  <a:pt x="488813" y="575605"/>
                  <a:pt x="446170" y="692106"/>
                  <a:pt x="422739" y="789308"/>
                </a:cubicBezTo>
                <a:cubicBezTo>
                  <a:pt x="413385" y="828113"/>
                  <a:pt x="410518" y="869309"/>
                  <a:pt x="391487" y="903370"/>
                </a:cubicBezTo>
                <a:cubicBezTo>
                  <a:pt x="352158" y="757428"/>
                  <a:pt x="344176" y="572386"/>
                  <a:pt x="186461" y="497176"/>
                </a:cubicBezTo>
                <a:cubicBezTo>
                  <a:pt x="128264" y="469430"/>
                  <a:pt x="65780" y="466792"/>
                  <a:pt x="3915" y="453361"/>
                </a:cubicBezTo>
                <a:cubicBezTo>
                  <a:pt x="33338" y="436674"/>
                  <a:pt x="67456" y="435426"/>
                  <a:pt x="102241" y="428711"/>
                </a:cubicBezTo>
                <a:cubicBezTo>
                  <a:pt x="156524" y="418243"/>
                  <a:pt x="210417" y="392135"/>
                  <a:pt x="252184" y="355959"/>
                </a:cubicBezTo>
                <a:cubicBezTo>
                  <a:pt x="321516" y="295894"/>
                  <a:pt x="350701" y="195272"/>
                  <a:pt x="368970" y="108452"/>
                </a:cubicBezTo>
                <a:cubicBezTo>
                  <a:pt x="376714" y="71628"/>
                  <a:pt x="380390" y="34128"/>
                  <a:pt x="398726" y="190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5" name="24_星星_中上">
            <a:extLst>
              <a:ext uri="{FF2B5EF4-FFF2-40B4-BE49-F238E27FC236}">
                <a16:creationId xmlns:a16="http://schemas.microsoft.com/office/drawing/2014/main" id="{E313FE5F-C6B4-4665-BF82-8A216C077593}"/>
              </a:ext>
            </a:extLst>
          </p:cNvPr>
          <p:cNvSpPr>
            <a:spLocks noGrp="1"/>
          </p:cNvSpPr>
          <p:nvPr/>
        </p:nvSpPr>
        <p:spPr>
          <a:xfrm>
            <a:off x="6753225" y="1152525"/>
            <a:ext cx="581025" cy="676275"/>
          </a:xfrm>
          <a:custGeom>
            <a:avLst/>
            <a:gdLst/>
            <a:ahLst/>
            <a:cxnLst/>
            <a:rect l="0" t="0" r="0" b="0"/>
            <a:pathLst>
              <a:path w="581025" h="676275">
                <a:moveTo>
                  <a:pt x="293180" y="4724"/>
                </a:moveTo>
                <a:cubicBezTo>
                  <a:pt x="324745" y="103080"/>
                  <a:pt x="320364" y="234077"/>
                  <a:pt x="417786" y="298904"/>
                </a:cubicBezTo>
                <a:cubicBezTo>
                  <a:pt x="466963" y="331632"/>
                  <a:pt x="529285" y="338414"/>
                  <a:pt x="583016" y="359855"/>
                </a:cubicBezTo>
                <a:cubicBezTo>
                  <a:pt x="535448" y="380028"/>
                  <a:pt x="481736" y="384962"/>
                  <a:pt x="435435" y="411175"/>
                </a:cubicBezTo>
                <a:cubicBezTo>
                  <a:pt x="332346" y="469516"/>
                  <a:pt x="328517" y="577320"/>
                  <a:pt x="293018" y="676246"/>
                </a:cubicBezTo>
                <a:cubicBezTo>
                  <a:pt x="264519" y="625183"/>
                  <a:pt x="269900" y="558422"/>
                  <a:pt x="241087" y="504682"/>
                </a:cubicBezTo>
                <a:cubicBezTo>
                  <a:pt x="174336" y="380181"/>
                  <a:pt x="102118" y="406965"/>
                  <a:pt x="10" y="356254"/>
                </a:cubicBezTo>
                <a:cubicBezTo>
                  <a:pt x="52616" y="337433"/>
                  <a:pt x="109214" y="329613"/>
                  <a:pt x="157801" y="300190"/>
                </a:cubicBezTo>
                <a:cubicBezTo>
                  <a:pt x="265614" y="234887"/>
                  <a:pt x="251679" y="106232"/>
                  <a:pt x="293180" y="47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6" name="25_星星_右上">
            <a:extLst>
              <a:ext uri="{FF2B5EF4-FFF2-40B4-BE49-F238E27FC236}">
                <a16:creationId xmlns:a16="http://schemas.microsoft.com/office/drawing/2014/main" id="{39A8871A-661F-4EE3-9AE7-0E76AC7C1DBF}"/>
              </a:ext>
            </a:extLst>
          </p:cNvPr>
          <p:cNvSpPr>
            <a:spLocks noGrp="1"/>
          </p:cNvSpPr>
          <p:nvPr/>
        </p:nvSpPr>
        <p:spPr>
          <a:xfrm>
            <a:off x="13068300" y="1171575"/>
            <a:ext cx="733425" cy="866775"/>
          </a:xfrm>
          <a:custGeom>
            <a:avLst/>
            <a:gdLst/>
            <a:ahLst/>
            <a:cxnLst/>
            <a:rect l="0" t="0" r="0" b="0"/>
            <a:pathLst>
              <a:path w="733425" h="866775">
                <a:moveTo>
                  <a:pt x="371475" y="238"/>
                </a:moveTo>
                <a:cubicBezTo>
                  <a:pt x="386677" y="31366"/>
                  <a:pt x="387306" y="63579"/>
                  <a:pt x="394306" y="98298"/>
                </a:cubicBezTo>
                <a:cubicBezTo>
                  <a:pt x="417786" y="214713"/>
                  <a:pt x="460858" y="327003"/>
                  <a:pt x="568271" y="390144"/>
                </a:cubicBezTo>
                <a:cubicBezTo>
                  <a:pt x="620830" y="421043"/>
                  <a:pt x="679323" y="426787"/>
                  <a:pt x="733882" y="448418"/>
                </a:cubicBezTo>
                <a:cubicBezTo>
                  <a:pt x="670665" y="470802"/>
                  <a:pt x="605142" y="481794"/>
                  <a:pt x="546564" y="518674"/>
                </a:cubicBezTo>
                <a:cubicBezTo>
                  <a:pt x="426387" y="594341"/>
                  <a:pt x="414147" y="743683"/>
                  <a:pt x="376590" y="866518"/>
                </a:cubicBezTo>
                <a:cubicBezTo>
                  <a:pt x="321269" y="740826"/>
                  <a:pt x="352044" y="599199"/>
                  <a:pt x="206512" y="510578"/>
                </a:cubicBezTo>
                <a:cubicBezTo>
                  <a:pt x="143075" y="471954"/>
                  <a:pt x="70018" y="471554"/>
                  <a:pt x="4782" y="442732"/>
                </a:cubicBezTo>
                <a:cubicBezTo>
                  <a:pt x="55864" y="430863"/>
                  <a:pt x="109595" y="423805"/>
                  <a:pt x="158086" y="402660"/>
                </a:cubicBezTo>
                <a:cubicBezTo>
                  <a:pt x="272101" y="352939"/>
                  <a:pt x="326412" y="240983"/>
                  <a:pt x="349806" y="124749"/>
                </a:cubicBezTo>
                <a:cubicBezTo>
                  <a:pt x="358150" y="83334"/>
                  <a:pt x="359883" y="40491"/>
                  <a:pt x="371475" y="2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7" name="26_星星_右下">
            <a:extLst>
              <a:ext uri="{FF2B5EF4-FFF2-40B4-BE49-F238E27FC236}">
                <a16:creationId xmlns:a16="http://schemas.microsoft.com/office/drawing/2014/main" id="{3CD90B89-A46A-4479-8BEF-CB06E7347D34}"/>
              </a:ext>
            </a:extLst>
          </p:cNvPr>
          <p:cNvSpPr>
            <a:spLocks noGrp="1"/>
          </p:cNvSpPr>
          <p:nvPr/>
        </p:nvSpPr>
        <p:spPr>
          <a:xfrm>
            <a:off x="13868400" y="5962650"/>
            <a:ext cx="514350" cy="638175"/>
          </a:xfrm>
          <a:custGeom>
            <a:avLst/>
            <a:gdLst/>
            <a:ahLst/>
            <a:cxnLst/>
            <a:rect l="0" t="0" r="0" b="0"/>
            <a:pathLst>
              <a:path w="514350" h="638175">
                <a:moveTo>
                  <a:pt x="257175" y="6363"/>
                </a:moveTo>
                <a:cubicBezTo>
                  <a:pt x="290789" y="57388"/>
                  <a:pt x="278568" y="151667"/>
                  <a:pt x="328879" y="219732"/>
                </a:cubicBezTo>
                <a:cubicBezTo>
                  <a:pt x="376257" y="283855"/>
                  <a:pt x="445389" y="284331"/>
                  <a:pt x="510854" y="315011"/>
                </a:cubicBezTo>
                <a:cubicBezTo>
                  <a:pt x="457552" y="341843"/>
                  <a:pt x="395230" y="344395"/>
                  <a:pt x="348996" y="389363"/>
                </a:cubicBezTo>
                <a:cubicBezTo>
                  <a:pt x="281226" y="455266"/>
                  <a:pt x="297009" y="557851"/>
                  <a:pt x="258118" y="633698"/>
                </a:cubicBezTo>
                <a:cubicBezTo>
                  <a:pt x="220742" y="525999"/>
                  <a:pt x="229391" y="420700"/>
                  <a:pt x="112795" y="356473"/>
                </a:cubicBezTo>
                <a:cubicBezTo>
                  <a:pt x="77086" y="336804"/>
                  <a:pt x="36395" y="329432"/>
                  <a:pt x="-1057" y="315278"/>
                </a:cubicBezTo>
                <a:cubicBezTo>
                  <a:pt x="41262" y="296818"/>
                  <a:pt x="89221" y="292837"/>
                  <a:pt x="130750" y="268938"/>
                </a:cubicBezTo>
                <a:cubicBezTo>
                  <a:pt x="231010" y="211236"/>
                  <a:pt x="224914" y="101375"/>
                  <a:pt x="257175" y="636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8" name="27_星星_下中">
            <a:extLst>
              <a:ext uri="{FF2B5EF4-FFF2-40B4-BE49-F238E27FC236}">
                <a16:creationId xmlns:a16="http://schemas.microsoft.com/office/drawing/2014/main" id="{42C924DB-A521-401E-B9F2-E7C8E700C508}"/>
              </a:ext>
            </a:extLst>
          </p:cNvPr>
          <p:cNvSpPr>
            <a:spLocks noGrp="1"/>
          </p:cNvSpPr>
          <p:nvPr/>
        </p:nvSpPr>
        <p:spPr>
          <a:xfrm>
            <a:off x="5076825" y="7086600"/>
            <a:ext cx="723900" cy="800100"/>
          </a:xfrm>
          <a:custGeom>
            <a:avLst/>
            <a:gdLst/>
            <a:ahLst/>
            <a:cxnLst/>
            <a:rect l="0" t="0" r="0" b="0"/>
            <a:pathLst>
              <a:path w="723900" h="800100">
                <a:moveTo>
                  <a:pt x="360493" y="2362"/>
                </a:moveTo>
                <a:cubicBezTo>
                  <a:pt x="408013" y="135741"/>
                  <a:pt x="413099" y="273177"/>
                  <a:pt x="555203" y="348777"/>
                </a:cubicBezTo>
                <a:cubicBezTo>
                  <a:pt x="608276" y="377009"/>
                  <a:pt x="668903" y="378619"/>
                  <a:pt x="722709" y="401907"/>
                </a:cubicBezTo>
                <a:cubicBezTo>
                  <a:pt x="659397" y="432492"/>
                  <a:pt x="585616" y="432759"/>
                  <a:pt x="523523" y="471211"/>
                </a:cubicBezTo>
                <a:cubicBezTo>
                  <a:pt x="409070" y="542077"/>
                  <a:pt x="404793" y="685419"/>
                  <a:pt x="361921" y="799109"/>
                </a:cubicBezTo>
                <a:cubicBezTo>
                  <a:pt x="332070" y="749027"/>
                  <a:pt x="332823" y="677618"/>
                  <a:pt x="311077" y="620925"/>
                </a:cubicBezTo>
                <a:cubicBezTo>
                  <a:pt x="254270" y="472821"/>
                  <a:pt x="149723" y="430825"/>
                  <a:pt x="3124" y="405717"/>
                </a:cubicBezTo>
                <a:cubicBezTo>
                  <a:pt x="58893" y="377295"/>
                  <a:pt x="125930" y="376523"/>
                  <a:pt x="181994" y="341852"/>
                </a:cubicBezTo>
                <a:cubicBezTo>
                  <a:pt x="264547" y="290808"/>
                  <a:pt x="309610" y="199996"/>
                  <a:pt x="331099" y="108375"/>
                </a:cubicBezTo>
                <a:cubicBezTo>
                  <a:pt x="339547" y="72323"/>
                  <a:pt x="345262" y="35347"/>
                  <a:pt x="360493" y="236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9" name="28_星星_左中">
            <a:extLst>
              <a:ext uri="{FF2B5EF4-FFF2-40B4-BE49-F238E27FC236}">
                <a16:creationId xmlns:a16="http://schemas.microsoft.com/office/drawing/2014/main" id="{48302C64-4126-4FF0-8B48-36C9D30B89B5}"/>
              </a:ext>
            </a:extLst>
          </p:cNvPr>
          <p:cNvSpPr>
            <a:spLocks noGrp="1"/>
          </p:cNvSpPr>
          <p:nvPr/>
        </p:nvSpPr>
        <p:spPr>
          <a:xfrm>
            <a:off x="1952625" y="5514975"/>
            <a:ext cx="552450" cy="609600"/>
          </a:xfrm>
          <a:custGeom>
            <a:avLst/>
            <a:gdLst/>
            <a:ahLst/>
            <a:cxnLst/>
            <a:rect l="0" t="0" r="0" b="0"/>
            <a:pathLst>
              <a:path w="552450" h="609600">
                <a:moveTo>
                  <a:pt x="275158" y="-991"/>
                </a:moveTo>
                <a:cubicBezTo>
                  <a:pt x="319088" y="79648"/>
                  <a:pt x="307943" y="191633"/>
                  <a:pt x="397316" y="248517"/>
                </a:cubicBezTo>
                <a:cubicBezTo>
                  <a:pt x="444713" y="278692"/>
                  <a:pt x="499129" y="276015"/>
                  <a:pt x="548373" y="295704"/>
                </a:cubicBezTo>
                <a:cubicBezTo>
                  <a:pt x="508168" y="315811"/>
                  <a:pt x="458543" y="316830"/>
                  <a:pt x="417519" y="341090"/>
                </a:cubicBezTo>
                <a:cubicBezTo>
                  <a:pt x="328127" y="393935"/>
                  <a:pt x="306772" y="512359"/>
                  <a:pt x="281635" y="604695"/>
                </a:cubicBezTo>
                <a:cubicBezTo>
                  <a:pt x="265805" y="578720"/>
                  <a:pt x="262519" y="549450"/>
                  <a:pt x="254698" y="518627"/>
                </a:cubicBezTo>
                <a:cubicBezTo>
                  <a:pt x="237544" y="450999"/>
                  <a:pt x="197958" y="383819"/>
                  <a:pt x="137970" y="345577"/>
                </a:cubicBezTo>
                <a:cubicBezTo>
                  <a:pt x="96326" y="319030"/>
                  <a:pt x="46539" y="316906"/>
                  <a:pt x="3058" y="297790"/>
                </a:cubicBezTo>
                <a:cubicBezTo>
                  <a:pt x="39691" y="288560"/>
                  <a:pt x="77876" y="284302"/>
                  <a:pt x="113233" y="270481"/>
                </a:cubicBezTo>
                <a:cubicBezTo>
                  <a:pt x="225847" y="226466"/>
                  <a:pt x="244764" y="100032"/>
                  <a:pt x="275158" y="-9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0" name="29_爱心_右上">
            <a:extLst>
              <a:ext uri="{FF2B5EF4-FFF2-40B4-BE49-F238E27FC236}">
                <a16:creationId xmlns:a16="http://schemas.microsoft.com/office/drawing/2014/main" id="{302D670A-291A-469B-9AF1-9F1E301B2CB1}"/>
              </a:ext>
            </a:extLst>
          </p:cNvPr>
          <p:cNvSpPr>
            <a:spLocks noGrp="1"/>
          </p:cNvSpPr>
          <p:nvPr/>
        </p:nvSpPr>
        <p:spPr>
          <a:xfrm>
            <a:off x="13620750" y="2457450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466725" h="466725">
                <a:moveTo>
                  <a:pt x="261414" y="464677"/>
                </a:moveTo>
                <a:cubicBezTo>
                  <a:pt x="185318" y="414166"/>
                  <a:pt x="48387" y="337118"/>
                  <a:pt x="12240" y="250812"/>
                </a:cubicBezTo>
                <a:cubicBezTo>
                  <a:pt x="-22374" y="168173"/>
                  <a:pt x="5648" y="52673"/>
                  <a:pt x="114005" y="61827"/>
                </a:cubicBezTo>
                <a:cubicBezTo>
                  <a:pt x="160868" y="65780"/>
                  <a:pt x="191033" y="98412"/>
                  <a:pt x="228200" y="121625"/>
                </a:cubicBezTo>
                <a:cubicBezTo>
                  <a:pt x="237401" y="92850"/>
                  <a:pt x="247355" y="65122"/>
                  <a:pt x="269177" y="43158"/>
                </a:cubicBezTo>
                <a:cubicBezTo>
                  <a:pt x="319792" y="-7763"/>
                  <a:pt x="424653" y="-22498"/>
                  <a:pt x="456314" y="56836"/>
                </a:cubicBezTo>
                <a:cubicBezTo>
                  <a:pt x="501663" y="170478"/>
                  <a:pt x="418538" y="266891"/>
                  <a:pt x="356092" y="352187"/>
                </a:cubicBezTo>
                <a:cubicBezTo>
                  <a:pt x="327422" y="391354"/>
                  <a:pt x="300228" y="435788"/>
                  <a:pt x="261414" y="46467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1" name="30_爱心_鸟旁">
            <a:extLst>
              <a:ext uri="{FF2B5EF4-FFF2-40B4-BE49-F238E27FC236}">
                <a16:creationId xmlns:a16="http://schemas.microsoft.com/office/drawing/2014/main" id="{AE53512F-59CE-4272-884B-C0A966CD9784}"/>
              </a:ext>
            </a:extLst>
          </p:cNvPr>
          <p:cNvSpPr>
            <a:spLocks noGrp="1"/>
          </p:cNvSpPr>
          <p:nvPr/>
        </p:nvSpPr>
        <p:spPr>
          <a:xfrm>
            <a:off x="4410075" y="5629275"/>
            <a:ext cx="342900" cy="314325"/>
          </a:xfrm>
          <a:custGeom>
            <a:avLst/>
            <a:gdLst/>
            <a:ahLst/>
            <a:cxnLst/>
            <a:rect l="0" t="0" r="0" b="0"/>
            <a:pathLst>
              <a:path w="342900" h="314325">
                <a:moveTo>
                  <a:pt x="155467" y="88202"/>
                </a:moveTo>
                <a:cubicBezTo>
                  <a:pt x="169469" y="65637"/>
                  <a:pt x="182804" y="43567"/>
                  <a:pt x="204083" y="26956"/>
                </a:cubicBezTo>
                <a:cubicBezTo>
                  <a:pt x="254203" y="-12182"/>
                  <a:pt x="328936" y="-1524"/>
                  <a:pt x="337985" y="69847"/>
                </a:cubicBezTo>
                <a:cubicBezTo>
                  <a:pt x="346977" y="140656"/>
                  <a:pt x="303409" y="189919"/>
                  <a:pt x="263442" y="241602"/>
                </a:cubicBezTo>
                <a:cubicBezTo>
                  <a:pt x="246936" y="262947"/>
                  <a:pt x="222285" y="311429"/>
                  <a:pt x="192262" y="314049"/>
                </a:cubicBezTo>
                <a:cubicBezTo>
                  <a:pt x="175212" y="315544"/>
                  <a:pt x="156296" y="302181"/>
                  <a:pt x="141932" y="294408"/>
                </a:cubicBezTo>
                <a:cubicBezTo>
                  <a:pt x="75838" y="258642"/>
                  <a:pt x="-4896" y="193138"/>
                  <a:pt x="962" y="108680"/>
                </a:cubicBezTo>
                <a:cubicBezTo>
                  <a:pt x="8039" y="6639"/>
                  <a:pt x="107166" y="39538"/>
                  <a:pt x="155467" y="8820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2" name="31_爱心_左下">
            <a:extLst>
              <a:ext uri="{FF2B5EF4-FFF2-40B4-BE49-F238E27FC236}">
                <a16:creationId xmlns:a16="http://schemas.microsoft.com/office/drawing/2014/main" id="{FC288B62-ED6B-4388-96B0-7E7BAE293DEC}"/>
              </a:ext>
            </a:extLst>
          </p:cNvPr>
          <p:cNvSpPr>
            <a:spLocks noGrp="1"/>
          </p:cNvSpPr>
          <p:nvPr/>
        </p:nvSpPr>
        <p:spPr>
          <a:xfrm>
            <a:off x="676275" y="7267575"/>
            <a:ext cx="333375" cy="314325"/>
          </a:xfrm>
          <a:custGeom>
            <a:avLst/>
            <a:gdLst/>
            <a:ahLst/>
            <a:cxnLst/>
            <a:rect l="0" t="0" r="0" b="0"/>
            <a:pathLst>
              <a:path w="333375" h="314325">
                <a:moveTo>
                  <a:pt x="163239" y="81248"/>
                </a:moveTo>
                <a:cubicBezTo>
                  <a:pt x="177394" y="62389"/>
                  <a:pt x="189071" y="40491"/>
                  <a:pt x="207026" y="24298"/>
                </a:cubicBezTo>
                <a:cubicBezTo>
                  <a:pt x="259575" y="-23089"/>
                  <a:pt x="327812" y="5144"/>
                  <a:pt x="335623" y="74571"/>
                </a:cubicBezTo>
                <a:cubicBezTo>
                  <a:pt x="338490" y="100108"/>
                  <a:pt x="332775" y="125282"/>
                  <a:pt x="322297" y="148504"/>
                </a:cubicBezTo>
                <a:cubicBezTo>
                  <a:pt x="309886" y="175984"/>
                  <a:pt x="218732" y="310496"/>
                  <a:pt x="192281" y="312591"/>
                </a:cubicBezTo>
                <a:cubicBezTo>
                  <a:pt x="169697" y="314392"/>
                  <a:pt x="139951" y="285902"/>
                  <a:pt x="122044" y="274063"/>
                </a:cubicBezTo>
                <a:cubicBezTo>
                  <a:pt x="70009" y="239659"/>
                  <a:pt x="16507" y="205540"/>
                  <a:pt x="5048" y="139294"/>
                </a:cubicBezTo>
                <a:cubicBezTo>
                  <a:pt x="-14926" y="23774"/>
                  <a:pt x="91783" y="11582"/>
                  <a:pt x="163239" y="8124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3" name="32_爱心_下中">
            <a:extLst>
              <a:ext uri="{FF2B5EF4-FFF2-40B4-BE49-F238E27FC236}">
                <a16:creationId xmlns:a16="http://schemas.microsoft.com/office/drawing/2014/main" id="{D9ADB2EB-023A-489D-BB9C-44E59DEE7F14}"/>
              </a:ext>
            </a:extLst>
          </p:cNvPr>
          <p:cNvSpPr>
            <a:spLocks noGrp="1"/>
          </p:cNvSpPr>
          <p:nvPr/>
        </p:nvSpPr>
        <p:spPr>
          <a:xfrm>
            <a:off x="4581525" y="8067675"/>
            <a:ext cx="523875" cy="495300"/>
          </a:xfrm>
          <a:custGeom>
            <a:avLst/>
            <a:gdLst/>
            <a:ahLst/>
            <a:cxnLst/>
            <a:rect l="0" t="0" r="0" b="0"/>
            <a:pathLst>
              <a:path w="523875" h="495300">
                <a:moveTo>
                  <a:pt x="247117" y="138246"/>
                </a:moveTo>
                <a:cubicBezTo>
                  <a:pt x="265700" y="95602"/>
                  <a:pt x="281635" y="53931"/>
                  <a:pt x="319535" y="24013"/>
                </a:cubicBezTo>
                <a:cubicBezTo>
                  <a:pt x="401136" y="-40386"/>
                  <a:pt x="510426" y="23536"/>
                  <a:pt x="522932" y="118882"/>
                </a:cubicBezTo>
                <a:cubicBezTo>
                  <a:pt x="535648" y="215913"/>
                  <a:pt x="453495" y="312591"/>
                  <a:pt x="398431" y="384324"/>
                </a:cubicBezTo>
                <a:cubicBezTo>
                  <a:pt x="381400" y="406508"/>
                  <a:pt x="322459" y="491642"/>
                  <a:pt x="297513" y="494424"/>
                </a:cubicBezTo>
                <a:cubicBezTo>
                  <a:pt x="268357" y="497672"/>
                  <a:pt x="223599" y="462915"/>
                  <a:pt x="199568" y="448961"/>
                </a:cubicBezTo>
                <a:cubicBezTo>
                  <a:pt x="109376" y="396611"/>
                  <a:pt x="-4610" y="307305"/>
                  <a:pt x="-3000" y="192234"/>
                </a:cubicBezTo>
                <a:cubicBezTo>
                  <a:pt x="-1667" y="96355"/>
                  <a:pt x="88173" y="42672"/>
                  <a:pt x="175422" y="81029"/>
                </a:cubicBezTo>
                <a:cubicBezTo>
                  <a:pt x="205330" y="94174"/>
                  <a:pt x="223933" y="117186"/>
                  <a:pt x="247117" y="13824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4" name="33_音符_中上">
            <a:extLst>
              <a:ext uri="{FF2B5EF4-FFF2-40B4-BE49-F238E27FC236}">
                <a16:creationId xmlns:a16="http://schemas.microsoft.com/office/drawing/2014/main" id="{E47832E9-F853-476F-854C-038EAEACAD6C}"/>
              </a:ext>
            </a:extLst>
          </p:cNvPr>
          <p:cNvSpPr>
            <a:spLocks noGrp="1"/>
          </p:cNvSpPr>
          <p:nvPr/>
        </p:nvSpPr>
        <p:spPr>
          <a:xfrm>
            <a:off x="7324725" y="1657350"/>
            <a:ext cx="742950" cy="733425"/>
          </a:xfrm>
          <a:custGeom>
            <a:avLst/>
            <a:gdLst/>
            <a:ahLst/>
            <a:cxnLst/>
            <a:rect l="0" t="0" r="0" b="0"/>
            <a:pathLst>
              <a:path w="742950" h="733425">
                <a:moveTo>
                  <a:pt x="428968" y="914"/>
                </a:moveTo>
                <a:cubicBezTo>
                  <a:pt x="504730" y="10639"/>
                  <a:pt x="584330" y="53321"/>
                  <a:pt x="656473" y="80982"/>
                </a:cubicBezTo>
                <a:cubicBezTo>
                  <a:pt x="678732" y="89516"/>
                  <a:pt x="725310" y="97631"/>
                  <a:pt x="739054" y="118243"/>
                </a:cubicBezTo>
                <a:cubicBezTo>
                  <a:pt x="755533" y="142942"/>
                  <a:pt x="725100" y="207093"/>
                  <a:pt x="718337" y="233991"/>
                </a:cubicBezTo>
                <a:cubicBezTo>
                  <a:pt x="700268" y="305838"/>
                  <a:pt x="661435" y="516703"/>
                  <a:pt x="632612" y="569062"/>
                </a:cubicBezTo>
                <a:cubicBezTo>
                  <a:pt x="624097" y="584540"/>
                  <a:pt x="610200" y="597141"/>
                  <a:pt x="594665" y="605352"/>
                </a:cubicBezTo>
                <a:cubicBezTo>
                  <a:pt x="486718" y="662388"/>
                  <a:pt x="392592" y="531514"/>
                  <a:pt x="494452" y="452780"/>
                </a:cubicBezTo>
                <a:cubicBezTo>
                  <a:pt x="522865" y="430816"/>
                  <a:pt x="551507" y="432616"/>
                  <a:pt x="584968" y="431187"/>
                </a:cubicBezTo>
                <a:cubicBezTo>
                  <a:pt x="600837" y="377866"/>
                  <a:pt x="616582" y="324412"/>
                  <a:pt x="628002" y="269958"/>
                </a:cubicBezTo>
                <a:cubicBezTo>
                  <a:pt x="573338" y="239801"/>
                  <a:pt x="509873" y="223552"/>
                  <a:pt x="450656" y="203502"/>
                </a:cubicBezTo>
                <a:cubicBezTo>
                  <a:pt x="396707" y="302962"/>
                  <a:pt x="345262" y="619935"/>
                  <a:pt x="281769" y="675904"/>
                </a:cubicBezTo>
                <a:cubicBezTo>
                  <a:pt x="212703" y="736778"/>
                  <a:pt x="50292" y="769782"/>
                  <a:pt x="4839" y="661016"/>
                </a:cubicBezTo>
                <a:cubicBezTo>
                  <a:pt x="-35985" y="563328"/>
                  <a:pt x="77353" y="465525"/>
                  <a:pt x="166154" y="459286"/>
                </a:cubicBezTo>
                <a:cubicBezTo>
                  <a:pt x="204587" y="456590"/>
                  <a:pt x="238687" y="470754"/>
                  <a:pt x="273996" y="483708"/>
                </a:cubicBezTo>
                <a:cubicBezTo>
                  <a:pt x="326974" y="368741"/>
                  <a:pt x="349158" y="234325"/>
                  <a:pt x="387963" y="113490"/>
                </a:cubicBezTo>
                <a:cubicBezTo>
                  <a:pt x="400536" y="74343"/>
                  <a:pt x="406117" y="34985"/>
                  <a:pt x="428968" y="91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5" name="34_音符_右侧">
            <a:extLst>
              <a:ext uri="{FF2B5EF4-FFF2-40B4-BE49-F238E27FC236}">
                <a16:creationId xmlns:a16="http://schemas.microsoft.com/office/drawing/2014/main" id="{D159551E-997B-4CAE-A6A8-ACC829F72003}"/>
              </a:ext>
            </a:extLst>
          </p:cNvPr>
          <p:cNvSpPr>
            <a:spLocks noGrp="1"/>
          </p:cNvSpPr>
          <p:nvPr/>
        </p:nvSpPr>
        <p:spPr>
          <a:xfrm>
            <a:off x="13706475" y="3629025"/>
            <a:ext cx="581025" cy="666750"/>
          </a:xfrm>
          <a:custGeom>
            <a:avLst/>
            <a:gdLst/>
            <a:ahLst/>
            <a:cxnLst/>
            <a:rect l="0" t="0" r="0" b="0"/>
            <a:pathLst>
              <a:path w="581025" h="666750">
                <a:moveTo>
                  <a:pt x="306343" y="3372"/>
                </a:moveTo>
                <a:cubicBezTo>
                  <a:pt x="341471" y="4324"/>
                  <a:pt x="563613" y="75190"/>
                  <a:pt x="573529" y="101232"/>
                </a:cubicBezTo>
                <a:cubicBezTo>
                  <a:pt x="583844" y="128340"/>
                  <a:pt x="571538" y="364341"/>
                  <a:pt x="559175" y="394135"/>
                </a:cubicBezTo>
                <a:cubicBezTo>
                  <a:pt x="550135" y="415919"/>
                  <a:pt x="526513" y="438474"/>
                  <a:pt x="501872" y="438569"/>
                </a:cubicBezTo>
                <a:cubicBezTo>
                  <a:pt x="488013" y="438626"/>
                  <a:pt x="475993" y="432025"/>
                  <a:pt x="468687" y="420300"/>
                </a:cubicBezTo>
                <a:cubicBezTo>
                  <a:pt x="441417" y="376485"/>
                  <a:pt x="489423" y="357740"/>
                  <a:pt x="501082" y="324079"/>
                </a:cubicBezTo>
                <a:cubicBezTo>
                  <a:pt x="507482" y="305591"/>
                  <a:pt x="510064" y="270024"/>
                  <a:pt x="503520" y="251412"/>
                </a:cubicBezTo>
                <a:cubicBezTo>
                  <a:pt x="494948" y="227019"/>
                  <a:pt x="372208" y="201425"/>
                  <a:pt x="345015" y="196815"/>
                </a:cubicBezTo>
                <a:cubicBezTo>
                  <a:pt x="303428" y="302200"/>
                  <a:pt x="307381" y="490766"/>
                  <a:pt x="265081" y="578634"/>
                </a:cubicBezTo>
                <a:cubicBezTo>
                  <a:pt x="246088" y="618106"/>
                  <a:pt x="210417" y="646376"/>
                  <a:pt x="168583" y="658006"/>
                </a:cubicBezTo>
                <a:cubicBezTo>
                  <a:pt x="-27032" y="712384"/>
                  <a:pt x="-63856" y="467382"/>
                  <a:pt x="112519" y="421900"/>
                </a:cubicBezTo>
                <a:cubicBezTo>
                  <a:pt x="150447" y="412118"/>
                  <a:pt x="188405" y="421253"/>
                  <a:pt x="226085" y="425825"/>
                </a:cubicBezTo>
                <a:cubicBezTo>
                  <a:pt x="253822" y="312258"/>
                  <a:pt x="262747" y="97469"/>
                  <a:pt x="306343" y="337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6" name="35_音符_左侧">
            <a:extLst>
              <a:ext uri="{FF2B5EF4-FFF2-40B4-BE49-F238E27FC236}">
                <a16:creationId xmlns:a16="http://schemas.microsoft.com/office/drawing/2014/main" id="{43287F8A-3454-4D8C-8CEF-4FFC5B916FAE}"/>
              </a:ext>
            </a:extLst>
          </p:cNvPr>
          <p:cNvSpPr>
            <a:spLocks noGrp="1"/>
          </p:cNvSpPr>
          <p:nvPr/>
        </p:nvSpPr>
        <p:spPr>
          <a:xfrm>
            <a:off x="866775" y="5591175"/>
            <a:ext cx="638175" cy="619125"/>
          </a:xfrm>
          <a:custGeom>
            <a:avLst/>
            <a:gdLst/>
            <a:ahLst/>
            <a:cxnLst/>
            <a:rect l="0" t="0" r="0" b="0"/>
            <a:pathLst>
              <a:path w="638175" h="619125">
                <a:moveTo>
                  <a:pt x="493690" y="387315"/>
                </a:moveTo>
                <a:cubicBezTo>
                  <a:pt x="512026" y="339785"/>
                  <a:pt x="523723" y="286322"/>
                  <a:pt x="530133" y="235620"/>
                </a:cubicBezTo>
                <a:cubicBezTo>
                  <a:pt x="484727" y="209474"/>
                  <a:pt x="431702" y="190805"/>
                  <a:pt x="382086" y="173965"/>
                </a:cubicBezTo>
                <a:cubicBezTo>
                  <a:pt x="325298" y="274044"/>
                  <a:pt x="311353" y="506568"/>
                  <a:pt x="232181" y="575320"/>
                </a:cubicBezTo>
                <a:cubicBezTo>
                  <a:pt x="173041" y="626688"/>
                  <a:pt x="46072" y="647100"/>
                  <a:pt x="7715" y="560099"/>
                </a:cubicBezTo>
                <a:cubicBezTo>
                  <a:pt x="-27832" y="479469"/>
                  <a:pt x="54769" y="400555"/>
                  <a:pt x="129569" y="389830"/>
                </a:cubicBezTo>
                <a:cubicBezTo>
                  <a:pt x="166373" y="384553"/>
                  <a:pt x="198215" y="392573"/>
                  <a:pt x="232972" y="403393"/>
                </a:cubicBezTo>
                <a:cubicBezTo>
                  <a:pt x="266624" y="310182"/>
                  <a:pt x="291875" y="212960"/>
                  <a:pt x="318811" y="117596"/>
                </a:cubicBezTo>
                <a:cubicBezTo>
                  <a:pt x="327546" y="86678"/>
                  <a:pt x="331422" y="28232"/>
                  <a:pt x="357530" y="7115"/>
                </a:cubicBezTo>
                <a:cubicBezTo>
                  <a:pt x="365903" y="343"/>
                  <a:pt x="376257" y="-1667"/>
                  <a:pt x="386763" y="-181"/>
                </a:cubicBezTo>
                <a:cubicBezTo>
                  <a:pt x="401469" y="1915"/>
                  <a:pt x="621582" y="86135"/>
                  <a:pt x="629755" y="92650"/>
                </a:cubicBezTo>
                <a:cubicBezTo>
                  <a:pt x="656177" y="113700"/>
                  <a:pt x="624830" y="182756"/>
                  <a:pt x="618296" y="210112"/>
                </a:cubicBezTo>
                <a:cubicBezTo>
                  <a:pt x="606209" y="260737"/>
                  <a:pt x="560746" y="462982"/>
                  <a:pt x="539620" y="496205"/>
                </a:cubicBezTo>
                <a:cubicBezTo>
                  <a:pt x="526723" y="516465"/>
                  <a:pt x="503234" y="529723"/>
                  <a:pt x="479612" y="532590"/>
                </a:cubicBezTo>
                <a:cubicBezTo>
                  <a:pt x="347043" y="548669"/>
                  <a:pt x="354178" y="365951"/>
                  <a:pt x="493690" y="38731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7" name="36_音符_下方">
            <a:extLst>
              <a:ext uri="{FF2B5EF4-FFF2-40B4-BE49-F238E27FC236}">
                <a16:creationId xmlns:a16="http://schemas.microsoft.com/office/drawing/2014/main" id="{EA04D40F-0BBB-4C38-B5DD-FCB22F85E7AD}"/>
              </a:ext>
            </a:extLst>
          </p:cNvPr>
          <p:cNvSpPr>
            <a:spLocks noGrp="1"/>
          </p:cNvSpPr>
          <p:nvPr/>
        </p:nvSpPr>
        <p:spPr>
          <a:xfrm>
            <a:off x="3343275" y="7553325"/>
            <a:ext cx="723900" cy="723900"/>
          </a:xfrm>
          <a:custGeom>
            <a:avLst/>
            <a:gdLst/>
            <a:ahLst/>
            <a:cxnLst/>
            <a:rect l="0" t="0" r="0" b="0"/>
            <a:pathLst>
              <a:path w="723900" h="723900">
                <a:moveTo>
                  <a:pt x="587054" y="441122"/>
                </a:moveTo>
                <a:cubicBezTo>
                  <a:pt x="594760" y="405813"/>
                  <a:pt x="627755" y="297142"/>
                  <a:pt x="616753" y="267633"/>
                </a:cubicBezTo>
                <a:cubicBezTo>
                  <a:pt x="608533" y="245583"/>
                  <a:pt x="457362" y="196996"/>
                  <a:pt x="429930" y="192853"/>
                </a:cubicBezTo>
                <a:cubicBezTo>
                  <a:pt x="398364" y="288598"/>
                  <a:pt x="337537" y="607676"/>
                  <a:pt x="284369" y="663902"/>
                </a:cubicBezTo>
                <a:cubicBezTo>
                  <a:pt x="220799" y="731120"/>
                  <a:pt x="74066" y="763781"/>
                  <a:pt x="18326" y="667588"/>
                </a:cubicBezTo>
                <a:cubicBezTo>
                  <a:pt x="-44025" y="559994"/>
                  <a:pt x="86182" y="447218"/>
                  <a:pt x="187747" y="450180"/>
                </a:cubicBezTo>
                <a:cubicBezTo>
                  <a:pt x="219361" y="451104"/>
                  <a:pt x="244631" y="464477"/>
                  <a:pt x="272225" y="478450"/>
                </a:cubicBezTo>
                <a:cubicBezTo>
                  <a:pt x="314611" y="370265"/>
                  <a:pt x="337976" y="250841"/>
                  <a:pt x="369951" y="138932"/>
                </a:cubicBezTo>
                <a:cubicBezTo>
                  <a:pt x="378047" y="110585"/>
                  <a:pt x="392268" y="26508"/>
                  <a:pt x="414538" y="11259"/>
                </a:cubicBezTo>
                <a:cubicBezTo>
                  <a:pt x="437626" y="-4562"/>
                  <a:pt x="472983" y="20422"/>
                  <a:pt x="495205" y="28861"/>
                </a:cubicBezTo>
                <a:cubicBezTo>
                  <a:pt x="545773" y="48054"/>
                  <a:pt x="675122" y="88649"/>
                  <a:pt x="712861" y="118577"/>
                </a:cubicBezTo>
                <a:cubicBezTo>
                  <a:pt x="734311" y="135588"/>
                  <a:pt x="707755" y="222971"/>
                  <a:pt x="701421" y="249031"/>
                </a:cubicBezTo>
                <a:cubicBezTo>
                  <a:pt x="688181" y="303552"/>
                  <a:pt x="647529" y="535372"/>
                  <a:pt x="625002" y="565737"/>
                </a:cubicBezTo>
                <a:cubicBezTo>
                  <a:pt x="609419" y="586730"/>
                  <a:pt x="581606" y="597075"/>
                  <a:pt x="556289" y="598827"/>
                </a:cubicBezTo>
                <a:cubicBezTo>
                  <a:pt x="424367" y="607952"/>
                  <a:pt x="414757" y="414766"/>
                  <a:pt x="587054" y="4411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grpSp>
        <p:nvGrpSpPr>
          <p:cNvPr id="54" name="37_小鸟_左侧"/>
          <p:cNvGrpSpPr/>
          <p:nvPr/>
        </p:nvGrpSpPr>
        <p:grpSpPr>
          <a:xfrm>
            <a:off x="876300" y="6267450"/>
            <a:ext cx="1381125" cy="1057275"/>
            <a:chOff x="876300" y="6267450"/>
            <a:chExt cx="1381125" cy="1057275"/>
          </a:xfrm>
        </p:grpSpPr>
        <p:sp>
          <p:nvSpPr>
            <p:cNvPr id="38" name="37_小鸟_左侧_白色底">
              <a:extLst>
                <a:ext uri="{FF2B5EF4-FFF2-40B4-BE49-F238E27FC236}">
                  <a16:creationId xmlns:a16="http://schemas.microsoft.com/office/drawing/2014/main" id="{22EB987B-99E4-4631-9B84-115621FB1A7F}"/>
                </a:ext>
              </a:extLst>
            </p:cNvPr>
            <p:cNvSpPr>
              <a:spLocks noGrp="1"/>
            </p:cNvSpPr>
            <p:nvPr/>
          </p:nvSpPr>
          <p:spPr>
            <a:xfrm>
              <a:off x="876300" y="6267450"/>
              <a:ext cx="1381125" cy="1057275"/>
            </a:xfrm>
            <a:custGeom>
              <a:avLst/>
              <a:gdLst/>
              <a:ahLst/>
              <a:cxnLst/>
              <a:rect l="0" t="0" r="0" b="0"/>
              <a:pathLst>
                <a:path w="1381125" h="1057275">
                  <a:moveTo>
                    <a:pt x="718728" y="1050141"/>
                  </a:moveTo>
                  <a:cubicBezTo>
                    <a:pt x="713737" y="1008145"/>
                    <a:pt x="740531" y="984837"/>
                    <a:pt x="757714" y="946937"/>
                  </a:cubicBezTo>
                  <a:cubicBezTo>
                    <a:pt x="634841" y="943794"/>
                    <a:pt x="681218" y="1025776"/>
                    <a:pt x="611610" y="1052903"/>
                  </a:cubicBezTo>
                  <a:cubicBezTo>
                    <a:pt x="601313" y="1056913"/>
                    <a:pt x="588645" y="1055427"/>
                    <a:pt x="580377" y="1047760"/>
                  </a:cubicBezTo>
                  <a:cubicBezTo>
                    <a:pt x="550193" y="1019756"/>
                    <a:pt x="599656" y="967969"/>
                    <a:pt x="615248" y="944023"/>
                  </a:cubicBezTo>
                  <a:cubicBezTo>
                    <a:pt x="550707" y="918639"/>
                    <a:pt x="484651" y="903141"/>
                    <a:pt x="427482" y="860908"/>
                  </a:cubicBezTo>
                  <a:cubicBezTo>
                    <a:pt x="400536" y="841000"/>
                    <a:pt x="379552" y="805348"/>
                    <a:pt x="351282" y="789242"/>
                  </a:cubicBezTo>
                  <a:cubicBezTo>
                    <a:pt x="336766" y="780964"/>
                    <a:pt x="235934" y="797481"/>
                    <a:pt x="180175" y="770030"/>
                  </a:cubicBezTo>
                  <a:cubicBezTo>
                    <a:pt x="136084" y="748322"/>
                    <a:pt x="92554" y="706641"/>
                    <a:pt x="92021" y="654063"/>
                  </a:cubicBezTo>
                  <a:cubicBezTo>
                    <a:pt x="91888" y="641309"/>
                    <a:pt x="99851" y="625878"/>
                    <a:pt x="97460" y="613667"/>
                  </a:cubicBezTo>
                  <a:cubicBezTo>
                    <a:pt x="94945" y="600818"/>
                    <a:pt x="25803" y="553117"/>
                    <a:pt x="12602" y="518732"/>
                  </a:cubicBezTo>
                  <a:cubicBezTo>
                    <a:pt x="-18688" y="437226"/>
                    <a:pt x="31080" y="423396"/>
                    <a:pt x="32976" y="387725"/>
                  </a:cubicBezTo>
                  <a:cubicBezTo>
                    <a:pt x="33719" y="373666"/>
                    <a:pt x="19079" y="356883"/>
                    <a:pt x="13506" y="344519"/>
                  </a:cubicBezTo>
                  <a:cubicBezTo>
                    <a:pt x="-11278" y="289550"/>
                    <a:pt x="-981" y="222695"/>
                    <a:pt x="57941" y="195482"/>
                  </a:cubicBezTo>
                  <a:cubicBezTo>
                    <a:pt x="133988" y="160353"/>
                    <a:pt x="200663" y="221571"/>
                    <a:pt x="262080" y="256508"/>
                  </a:cubicBezTo>
                  <a:cubicBezTo>
                    <a:pt x="342433" y="302219"/>
                    <a:pt x="464296" y="341805"/>
                    <a:pt x="557203" y="321640"/>
                  </a:cubicBezTo>
                  <a:cubicBezTo>
                    <a:pt x="568766" y="319126"/>
                    <a:pt x="579901" y="313801"/>
                    <a:pt x="585740" y="302971"/>
                  </a:cubicBezTo>
                  <a:cubicBezTo>
                    <a:pt x="594455" y="286779"/>
                    <a:pt x="596227" y="265614"/>
                    <a:pt x="602390" y="248250"/>
                  </a:cubicBezTo>
                  <a:cubicBezTo>
                    <a:pt x="615229" y="211998"/>
                    <a:pt x="634603" y="178498"/>
                    <a:pt x="656882" y="147285"/>
                  </a:cubicBezTo>
                  <a:cubicBezTo>
                    <a:pt x="752904" y="12783"/>
                    <a:pt x="937936" y="-32442"/>
                    <a:pt x="1088479" y="30737"/>
                  </a:cubicBezTo>
                  <a:cubicBezTo>
                    <a:pt x="1147810" y="55636"/>
                    <a:pt x="1193140" y="101194"/>
                    <a:pt x="1227592" y="154562"/>
                  </a:cubicBezTo>
                  <a:cubicBezTo>
                    <a:pt x="1235716" y="167145"/>
                    <a:pt x="1242108" y="187490"/>
                    <a:pt x="1254338" y="196510"/>
                  </a:cubicBezTo>
                  <a:cubicBezTo>
                    <a:pt x="1283808" y="218256"/>
                    <a:pt x="1374619" y="177679"/>
                    <a:pt x="1382039" y="232724"/>
                  </a:cubicBezTo>
                  <a:cubicBezTo>
                    <a:pt x="1389297" y="286579"/>
                    <a:pt x="1298143" y="309191"/>
                    <a:pt x="1282941" y="352892"/>
                  </a:cubicBezTo>
                  <a:cubicBezTo>
                    <a:pt x="1275874" y="373199"/>
                    <a:pt x="1280655" y="402831"/>
                    <a:pt x="1279293" y="424167"/>
                  </a:cubicBezTo>
                  <a:cubicBezTo>
                    <a:pt x="1276541" y="467306"/>
                    <a:pt x="1268435" y="509854"/>
                    <a:pt x="1254557" y="550869"/>
                  </a:cubicBezTo>
                  <a:cubicBezTo>
                    <a:pt x="1204084" y="700116"/>
                    <a:pt x="1090489" y="819398"/>
                    <a:pt x="952605" y="891064"/>
                  </a:cubicBezTo>
                  <a:cubicBezTo>
                    <a:pt x="919515" y="908266"/>
                    <a:pt x="881901" y="915905"/>
                    <a:pt x="849325" y="932783"/>
                  </a:cubicBezTo>
                  <a:cubicBezTo>
                    <a:pt x="793309" y="961806"/>
                    <a:pt x="803786" y="1073191"/>
                    <a:pt x="718728" y="105014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39" name="37_小鸟_左侧_线条">
              <a:extLst>
                <a:ext uri="{FF2B5EF4-FFF2-40B4-BE49-F238E27FC236}">
                  <a16:creationId xmlns:a16="http://schemas.microsoft.com/office/drawing/2014/main" id="{066B0916-1761-4D9D-BAFB-5B2A276F3945}"/>
                </a:ext>
              </a:extLst>
            </p:cNvPr>
            <p:cNvSpPr>
              <a:spLocks noGrp="1"/>
            </p:cNvSpPr>
            <p:nvPr/>
          </p:nvSpPr>
          <p:spPr>
            <a:xfrm>
              <a:off x="876300" y="6267450"/>
              <a:ext cx="1381125" cy="1057275"/>
            </a:xfrm>
            <a:custGeom>
              <a:avLst/>
              <a:gdLst/>
              <a:ahLst/>
              <a:cxnLst/>
              <a:rect l="0" t="0" r="0" b="0"/>
              <a:pathLst>
                <a:path w="1381125" h="1057275">
                  <a:moveTo>
                    <a:pt x="718728" y="1050141"/>
                  </a:moveTo>
                  <a:cubicBezTo>
                    <a:pt x="713737" y="1008145"/>
                    <a:pt x="740531" y="984837"/>
                    <a:pt x="757714" y="946937"/>
                  </a:cubicBezTo>
                  <a:cubicBezTo>
                    <a:pt x="634841" y="943794"/>
                    <a:pt x="681218" y="1025776"/>
                    <a:pt x="611610" y="1052903"/>
                  </a:cubicBezTo>
                  <a:cubicBezTo>
                    <a:pt x="601313" y="1056913"/>
                    <a:pt x="588645" y="1055427"/>
                    <a:pt x="580377" y="1047760"/>
                  </a:cubicBezTo>
                  <a:cubicBezTo>
                    <a:pt x="550193" y="1019756"/>
                    <a:pt x="599656" y="967969"/>
                    <a:pt x="615248" y="944023"/>
                  </a:cubicBezTo>
                  <a:cubicBezTo>
                    <a:pt x="550707" y="918639"/>
                    <a:pt x="484651" y="903141"/>
                    <a:pt x="427482" y="860908"/>
                  </a:cubicBezTo>
                  <a:cubicBezTo>
                    <a:pt x="400536" y="841000"/>
                    <a:pt x="379552" y="805348"/>
                    <a:pt x="351282" y="789242"/>
                  </a:cubicBezTo>
                  <a:cubicBezTo>
                    <a:pt x="336766" y="780964"/>
                    <a:pt x="235934" y="797481"/>
                    <a:pt x="180175" y="770030"/>
                  </a:cubicBezTo>
                  <a:cubicBezTo>
                    <a:pt x="136084" y="748322"/>
                    <a:pt x="92554" y="706641"/>
                    <a:pt x="92021" y="654063"/>
                  </a:cubicBezTo>
                  <a:cubicBezTo>
                    <a:pt x="91888" y="641309"/>
                    <a:pt x="99851" y="625878"/>
                    <a:pt x="97460" y="613667"/>
                  </a:cubicBezTo>
                  <a:cubicBezTo>
                    <a:pt x="94945" y="600818"/>
                    <a:pt x="25803" y="553117"/>
                    <a:pt x="12602" y="518732"/>
                  </a:cubicBezTo>
                  <a:cubicBezTo>
                    <a:pt x="-18688" y="437226"/>
                    <a:pt x="31080" y="423396"/>
                    <a:pt x="32976" y="387725"/>
                  </a:cubicBezTo>
                  <a:cubicBezTo>
                    <a:pt x="33719" y="373666"/>
                    <a:pt x="19079" y="356883"/>
                    <a:pt x="13506" y="344519"/>
                  </a:cubicBezTo>
                  <a:cubicBezTo>
                    <a:pt x="-11278" y="289550"/>
                    <a:pt x="-981" y="222695"/>
                    <a:pt x="57941" y="195482"/>
                  </a:cubicBezTo>
                  <a:cubicBezTo>
                    <a:pt x="133988" y="160353"/>
                    <a:pt x="200663" y="221571"/>
                    <a:pt x="262080" y="256508"/>
                  </a:cubicBezTo>
                  <a:cubicBezTo>
                    <a:pt x="342433" y="302219"/>
                    <a:pt x="464296" y="341805"/>
                    <a:pt x="557203" y="321640"/>
                  </a:cubicBezTo>
                  <a:cubicBezTo>
                    <a:pt x="568766" y="319126"/>
                    <a:pt x="579901" y="313801"/>
                    <a:pt x="585740" y="302971"/>
                  </a:cubicBezTo>
                  <a:cubicBezTo>
                    <a:pt x="594455" y="286779"/>
                    <a:pt x="596227" y="265614"/>
                    <a:pt x="602390" y="248250"/>
                  </a:cubicBezTo>
                  <a:cubicBezTo>
                    <a:pt x="615229" y="211998"/>
                    <a:pt x="634603" y="178498"/>
                    <a:pt x="656882" y="147285"/>
                  </a:cubicBezTo>
                  <a:cubicBezTo>
                    <a:pt x="752904" y="12783"/>
                    <a:pt x="937936" y="-32442"/>
                    <a:pt x="1088479" y="30737"/>
                  </a:cubicBezTo>
                  <a:cubicBezTo>
                    <a:pt x="1147810" y="55636"/>
                    <a:pt x="1193140" y="101194"/>
                    <a:pt x="1227592" y="154562"/>
                  </a:cubicBezTo>
                  <a:cubicBezTo>
                    <a:pt x="1235716" y="167145"/>
                    <a:pt x="1242108" y="187490"/>
                    <a:pt x="1254338" y="196510"/>
                  </a:cubicBezTo>
                  <a:cubicBezTo>
                    <a:pt x="1283808" y="218256"/>
                    <a:pt x="1374619" y="177679"/>
                    <a:pt x="1382039" y="232724"/>
                  </a:cubicBezTo>
                  <a:cubicBezTo>
                    <a:pt x="1389297" y="286579"/>
                    <a:pt x="1298143" y="309191"/>
                    <a:pt x="1282941" y="352892"/>
                  </a:cubicBezTo>
                  <a:cubicBezTo>
                    <a:pt x="1275874" y="373199"/>
                    <a:pt x="1280655" y="402831"/>
                    <a:pt x="1279293" y="424167"/>
                  </a:cubicBezTo>
                  <a:cubicBezTo>
                    <a:pt x="1276541" y="467306"/>
                    <a:pt x="1268435" y="509854"/>
                    <a:pt x="1254557" y="550869"/>
                  </a:cubicBezTo>
                  <a:cubicBezTo>
                    <a:pt x="1204084" y="700116"/>
                    <a:pt x="1090489" y="819398"/>
                    <a:pt x="952605" y="891064"/>
                  </a:cubicBezTo>
                  <a:cubicBezTo>
                    <a:pt x="919515" y="908266"/>
                    <a:pt x="881901" y="915905"/>
                    <a:pt x="849325" y="932783"/>
                  </a:cubicBezTo>
                  <a:cubicBezTo>
                    <a:pt x="793309" y="961806"/>
                    <a:pt x="803786" y="1073191"/>
                    <a:pt x="718728" y="1050141"/>
                  </a:cubicBezTo>
                  <a:close/>
                  <a:moveTo>
                    <a:pt x="195758" y="451447"/>
                  </a:moveTo>
                  <a:cubicBezTo>
                    <a:pt x="158239" y="470964"/>
                    <a:pt x="132864" y="457791"/>
                    <a:pt x="92707" y="451876"/>
                  </a:cubicBezTo>
                  <a:cubicBezTo>
                    <a:pt x="42081" y="565242"/>
                    <a:pt x="186061" y="545506"/>
                    <a:pt x="232286" y="589940"/>
                  </a:cubicBezTo>
                  <a:cubicBezTo>
                    <a:pt x="218656" y="617620"/>
                    <a:pt x="167735" y="628250"/>
                    <a:pt x="166573" y="652739"/>
                  </a:cubicBezTo>
                  <a:cubicBezTo>
                    <a:pt x="161334" y="762772"/>
                    <a:pt x="411080" y="703536"/>
                    <a:pt x="464649" y="679380"/>
                  </a:cubicBezTo>
                  <a:cubicBezTo>
                    <a:pt x="529885" y="649957"/>
                    <a:pt x="592341" y="598418"/>
                    <a:pt x="631317" y="538191"/>
                  </a:cubicBezTo>
                  <a:cubicBezTo>
                    <a:pt x="649595" y="509949"/>
                    <a:pt x="662073" y="482079"/>
                    <a:pt x="684181" y="456981"/>
                  </a:cubicBezTo>
                  <a:cubicBezTo>
                    <a:pt x="715632" y="617706"/>
                    <a:pt x="577463" y="714032"/>
                    <a:pt x="445760" y="765620"/>
                  </a:cubicBezTo>
                  <a:cubicBezTo>
                    <a:pt x="517379" y="891797"/>
                    <a:pt x="726986" y="894731"/>
                    <a:pt x="849125" y="859803"/>
                  </a:cubicBezTo>
                  <a:cubicBezTo>
                    <a:pt x="1062152" y="798890"/>
                    <a:pt x="1212342" y="587569"/>
                    <a:pt x="1210485" y="368798"/>
                  </a:cubicBezTo>
                  <a:cubicBezTo>
                    <a:pt x="1209932" y="303009"/>
                    <a:pt x="1198093" y="234677"/>
                    <a:pt x="1161240" y="178813"/>
                  </a:cubicBezTo>
                  <a:cubicBezTo>
                    <a:pt x="1055951" y="19212"/>
                    <a:pt x="812854" y="46539"/>
                    <a:pt x="710384" y="194120"/>
                  </a:cubicBezTo>
                  <a:cubicBezTo>
                    <a:pt x="689658" y="223961"/>
                    <a:pt x="672970" y="256061"/>
                    <a:pt x="662816" y="291036"/>
                  </a:cubicBezTo>
                  <a:cubicBezTo>
                    <a:pt x="656644" y="312277"/>
                    <a:pt x="658768" y="340214"/>
                    <a:pt x="645281" y="358607"/>
                  </a:cubicBezTo>
                  <a:cubicBezTo>
                    <a:pt x="636041" y="371208"/>
                    <a:pt x="619011" y="375075"/>
                    <a:pt x="604618" y="378362"/>
                  </a:cubicBezTo>
                  <a:cubicBezTo>
                    <a:pt x="481374" y="406546"/>
                    <a:pt x="339557" y="380162"/>
                    <a:pt x="230857" y="316230"/>
                  </a:cubicBezTo>
                  <a:cubicBezTo>
                    <a:pt x="198434" y="297161"/>
                    <a:pt x="123492" y="224895"/>
                    <a:pt x="84477" y="263709"/>
                  </a:cubicBezTo>
                  <a:cubicBezTo>
                    <a:pt x="48368" y="299637"/>
                    <a:pt x="101832" y="370189"/>
                    <a:pt x="130445" y="394125"/>
                  </a:cubicBezTo>
                  <a:cubicBezTo>
                    <a:pt x="148066" y="408870"/>
                    <a:pt x="175203" y="416985"/>
                    <a:pt x="189833" y="434473"/>
                  </a:cubicBezTo>
                  <a:cubicBezTo>
                    <a:pt x="194672" y="440255"/>
                    <a:pt x="192786" y="445456"/>
                    <a:pt x="195758" y="451447"/>
                  </a:cubicBezTo>
                  <a:close/>
                  <a:moveTo>
                    <a:pt x="1051027" y="205321"/>
                  </a:moveTo>
                  <a:cubicBezTo>
                    <a:pt x="1137780" y="192910"/>
                    <a:pt x="1148163" y="335575"/>
                    <a:pt x="1062352" y="341405"/>
                  </a:cubicBezTo>
                  <a:cubicBezTo>
                    <a:pt x="976236" y="347253"/>
                    <a:pt x="968492" y="217132"/>
                    <a:pt x="1051027" y="20532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</a:ln>
          </p:spPr>
        </p:sp>
      </p:grpSp>
      <p:grpSp>
        <p:nvGrpSpPr>
          <p:cNvPr id="55" name="38_小鸟_右侧"/>
          <p:cNvGrpSpPr/>
          <p:nvPr/>
        </p:nvGrpSpPr>
        <p:grpSpPr>
          <a:xfrm>
            <a:off x="2876550" y="5781675"/>
            <a:ext cx="1266825" cy="990600"/>
            <a:chOff x="2876550" y="5781675"/>
            <a:chExt cx="1266825" cy="990600"/>
          </a:xfrm>
        </p:grpSpPr>
        <p:sp>
          <p:nvSpPr>
            <p:cNvPr id="40" name="38_小鸟_右侧_白色底">
              <a:extLst>
                <a:ext uri="{FF2B5EF4-FFF2-40B4-BE49-F238E27FC236}">
                  <a16:creationId xmlns:a16="http://schemas.microsoft.com/office/drawing/2014/main" id="{84DA7AC6-BEBC-432A-A824-AB3D07B231DF}"/>
                </a:ext>
              </a:extLst>
            </p:cNvPr>
            <p:cNvSpPr>
              <a:spLocks noGrp="1"/>
            </p:cNvSpPr>
            <p:nvPr/>
          </p:nvSpPr>
          <p:spPr>
            <a:xfrm>
              <a:off x="2876550" y="5781675"/>
              <a:ext cx="1266825" cy="990600"/>
            </a:xfrm>
            <a:custGeom>
              <a:avLst/>
              <a:gdLst/>
              <a:ahLst/>
              <a:cxnLst/>
              <a:rect l="0" t="0" r="0" b="0"/>
              <a:pathLst>
                <a:path w="1266825" h="990600">
                  <a:moveTo>
                    <a:pt x="780507" y="859403"/>
                  </a:moveTo>
                  <a:cubicBezTo>
                    <a:pt x="788203" y="887978"/>
                    <a:pt x="827332" y="939917"/>
                    <a:pt x="792385" y="962263"/>
                  </a:cubicBezTo>
                  <a:cubicBezTo>
                    <a:pt x="783165" y="968159"/>
                    <a:pt x="772697" y="969150"/>
                    <a:pt x="763210" y="963368"/>
                  </a:cubicBezTo>
                  <a:cubicBezTo>
                    <a:pt x="735940" y="946747"/>
                    <a:pt x="727491" y="906361"/>
                    <a:pt x="703459" y="885977"/>
                  </a:cubicBezTo>
                  <a:cubicBezTo>
                    <a:pt x="702250" y="915314"/>
                    <a:pt x="737883" y="961225"/>
                    <a:pt x="702697" y="982170"/>
                  </a:cubicBezTo>
                  <a:cubicBezTo>
                    <a:pt x="659178" y="1008069"/>
                    <a:pt x="647948" y="906751"/>
                    <a:pt x="617153" y="899941"/>
                  </a:cubicBezTo>
                  <a:cubicBezTo>
                    <a:pt x="596475" y="895369"/>
                    <a:pt x="572291" y="899198"/>
                    <a:pt x="551050" y="897417"/>
                  </a:cubicBezTo>
                  <a:cubicBezTo>
                    <a:pt x="471564" y="890759"/>
                    <a:pt x="398021" y="868366"/>
                    <a:pt x="331394" y="823903"/>
                  </a:cubicBezTo>
                  <a:cubicBezTo>
                    <a:pt x="234877" y="759495"/>
                    <a:pt x="167164" y="665255"/>
                    <a:pt x="136369" y="552974"/>
                  </a:cubicBezTo>
                  <a:cubicBezTo>
                    <a:pt x="126111" y="515579"/>
                    <a:pt x="130131" y="457362"/>
                    <a:pt x="116329" y="425958"/>
                  </a:cubicBezTo>
                  <a:cubicBezTo>
                    <a:pt x="96117" y="379971"/>
                    <a:pt x="20698" y="373494"/>
                    <a:pt x="3439" y="306562"/>
                  </a:cubicBezTo>
                  <a:cubicBezTo>
                    <a:pt x="43786" y="276930"/>
                    <a:pt x="116843" y="297351"/>
                    <a:pt x="135226" y="279692"/>
                  </a:cubicBezTo>
                  <a:cubicBezTo>
                    <a:pt x="140932" y="274215"/>
                    <a:pt x="184118" y="163459"/>
                    <a:pt x="204387" y="136046"/>
                  </a:cubicBezTo>
                  <a:cubicBezTo>
                    <a:pt x="296418" y="11573"/>
                    <a:pt x="467868" y="-34795"/>
                    <a:pt x="611391" y="21146"/>
                  </a:cubicBezTo>
                  <a:cubicBezTo>
                    <a:pt x="675618" y="46187"/>
                    <a:pt x="729320" y="89802"/>
                    <a:pt x="770315" y="144856"/>
                  </a:cubicBezTo>
                  <a:cubicBezTo>
                    <a:pt x="785060" y="164659"/>
                    <a:pt x="802205" y="224552"/>
                    <a:pt x="828113" y="227390"/>
                  </a:cubicBezTo>
                  <a:cubicBezTo>
                    <a:pt x="956605" y="241497"/>
                    <a:pt x="1115187" y="2124"/>
                    <a:pt x="1227801" y="72600"/>
                  </a:cubicBezTo>
                  <a:cubicBezTo>
                    <a:pt x="1283227" y="107299"/>
                    <a:pt x="1278169" y="190271"/>
                    <a:pt x="1256252" y="243183"/>
                  </a:cubicBezTo>
                  <a:cubicBezTo>
                    <a:pt x="1250309" y="257537"/>
                    <a:pt x="1233945" y="276482"/>
                    <a:pt x="1233869" y="292151"/>
                  </a:cubicBezTo>
                  <a:cubicBezTo>
                    <a:pt x="1233716" y="324441"/>
                    <a:pt x="1269130" y="338814"/>
                    <a:pt x="1254204" y="390849"/>
                  </a:cubicBezTo>
                  <a:cubicBezTo>
                    <a:pt x="1241260" y="435950"/>
                    <a:pt x="1200502" y="447465"/>
                    <a:pt x="1175356" y="481508"/>
                  </a:cubicBezTo>
                  <a:cubicBezTo>
                    <a:pt x="1153916" y="510530"/>
                    <a:pt x="1160221" y="543154"/>
                    <a:pt x="1127855" y="568033"/>
                  </a:cubicBezTo>
                  <a:cubicBezTo>
                    <a:pt x="1105033" y="585578"/>
                    <a:pt x="1066600" y="589245"/>
                    <a:pt x="1047388" y="608676"/>
                  </a:cubicBezTo>
                  <a:cubicBezTo>
                    <a:pt x="1029138" y="627116"/>
                    <a:pt x="1019632" y="660302"/>
                    <a:pt x="1002887" y="681609"/>
                  </a:cubicBezTo>
                  <a:cubicBezTo>
                    <a:pt x="941499" y="759695"/>
                    <a:pt x="867280" y="812568"/>
                    <a:pt x="780507" y="85940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38_小鸟_右侧_线条">
              <a:extLst>
                <a:ext uri="{FF2B5EF4-FFF2-40B4-BE49-F238E27FC236}">
                  <a16:creationId xmlns:a16="http://schemas.microsoft.com/office/drawing/2014/main" id="{8A5C582A-CE50-49C6-A21E-BC4935C35D8D}"/>
                </a:ext>
              </a:extLst>
            </p:cNvPr>
            <p:cNvSpPr>
              <a:spLocks noGrp="1"/>
            </p:cNvSpPr>
            <p:nvPr/>
          </p:nvSpPr>
          <p:spPr>
            <a:xfrm>
              <a:off x="2876550" y="5781675"/>
              <a:ext cx="1266825" cy="990600"/>
            </a:xfrm>
            <a:custGeom>
              <a:avLst/>
              <a:gdLst/>
              <a:ahLst/>
              <a:cxnLst/>
              <a:rect l="0" t="0" r="0" b="0"/>
              <a:pathLst>
                <a:path w="1266825" h="990600">
                  <a:moveTo>
                    <a:pt x="780507" y="859403"/>
                  </a:moveTo>
                  <a:cubicBezTo>
                    <a:pt x="788203" y="887978"/>
                    <a:pt x="827332" y="939917"/>
                    <a:pt x="792385" y="962263"/>
                  </a:cubicBezTo>
                  <a:cubicBezTo>
                    <a:pt x="783165" y="968159"/>
                    <a:pt x="772697" y="969150"/>
                    <a:pt x="763210" y="963368"/>
                  </a:cubicBezTo>
                  <a:cubicBezTo>
                    <a:pt x="735940" y="946747"/>
                    <a:pt x="727491" y="906361"/>
                    <a:pt x="703459" y="885977"/>
                  </a:cubicBezTo>
                  <a:cubicBezTo>
                    <a:pt x="702250" y="915314"/>
                    <a:pt x="737883" y="961225"/>
                    <a:pt x="702697" y="982170"/>
                  </a:cubicBezTo>
                  <a:cubicBezTo>
                    <a:pt x="659178" y="1008069"/>
                    <a:pt x="647948" y="906751"/>
                    <a:pt x="617153" y="899941"/>
                  </a:cubicBezTo>
                  <a:cubicBezTo>
                    <a:pt x="596475" y="895369"/>
                    <a:pt x="572291" y="899198"/>
                    <a:pt x="551050" y="897417"/>
                  </a:cubicBezTo>
                  <a:cubicBezTo>
                    <a:pt x="471564" y="890759"/>
                    <a:pt x="398021" y="868366"/>
                    <a:pt x="331394" y="823903"/>
                  </a:cubicBezTo>
                  <a:cubicBezTo>
                    <a:pt x="234877" y="759495"/>
                    <a:pt x="167164" y="665255"/>
                    <a:pt x="136369" y="552974"/>
                  </a:cubicBezTo>
                  <a:cubicBezTo>
                    <a:pt x="126111" y="515579"/>
                    <a:pt x="130131" y="457362"/>
                    <a:pt x="116329" y="425958"/>
                  </a:cubicBezTo>
                  <a:cubicBezTo>
                    <a:pt x="96117" y="379971"/>
                    <a:pt x="20698" y="373494"/>
                    <a:pt x="3439" y="306562"/>
                  </a:cubicBezTo>
                  <a:cubicBezTo>
                    <a:pt x="43786" y="276930"/>
                    <a:pt x="116843" y="297351"/>
                    <a:pt x="135226" y="279692"/>
                  </a:cubicBezTo>
                  <a:cubicBezTo>
                    <a:pt x="140932" y="274215"/>
                    <a:pt x="184118" y="163459"/>
                    <a:pt x="204387" y="136046"/>
                  </a:cubicBezTo>
                  <a:cubicBezTo>
                    <a:pt x="296418" y="11573"/>
                    <a:pt x="467868" y="-34795"/>
                    <a:pt x="611391" y="21146"/>
                  </a:cubicBezTo>
                  <a:cubicBezTo>
                    <a:pt x="675618" y="46187"/>
                    <a:pt x="729320" y="89802"/>
                    <a:pt x="770315" y="144856"/>
                  </a:cubicBezTo>
                  <a:cubicBezTo>
                    <a:pt x="785060" y="164659"/>
                    <a:pt x="802205" y="224552"/>
                    <a:pt x="828113" y="227390"/>
                  </a:cubicBezTo>
                  <a:cubicBezTo>
                    <a:pt x="956605" y="241497"/>
                    <a:pt x="1115187" y="2124"/>
                    <a:pt x="1227801" y="72600"/>
                  </a:cubicBezTo>
                  <a:cubicBezTo>
                    <a:pt x="1283227" y="107299"/>
                    <a:pt x="1278169" y="190271"/>
                    <a:pt x="1256252" y="243183"/>
                  </a:cubicBezTo>
                  <a:cubicBezTo>
                    <a:pt x="1250309" y="257537"/>
                    <a:pt x="1233945" y="276482"/>
                    <a:pt x="1233869" y="292151"/>
                  </a:cubicBezTo>
                  <a:cubicBezTo>
                    <a:pt x="1233716" y="324441"/>
                    <a:pt x="1269130" y="338814"/>
                    <a:pt x="1254204" y="390849"/>
                  </a:cubicBezTo>
                  <a:cubicBezTo>
                    <a:pt x="1241260" y="435950"/>
                    <a:pt x="1200502" y="447465"/>
                    <a:pt x="1175356" y="481508"/>
                  </a:cubicBezTo>
                  <a:cubicBezTo>
                    <a:pt x="1153916" y="510530"/>
                    <a:pt x="1160221" y="543154"/>
                    <a:pt x="1127855" y="568033"/>
                  </a:cubicBezTo>
                  <a:cubicBezTo>
                    <a:pt x="1105033" y="585578"/>
                    <a:pt x="1066600" y="589245"/>
                    <a:pt x="1047388" y="608676"/>
                  </a:cubicBezTo>
                  <a:cubicBezTo>
                    <a:pt x="1029138" y="627116"/>
                    <a:pt x="1019632" y="660302"/>
                    <a:pt x="1002887" y="681609"/>
                  </a:cubicBezTo>
                  <a:cubicBezTo>
                    <a:pt x="941499" y="759695"/>
                    <a:pt x="867280" y="812568"/>
                    <a:pt x="780507" y="859403"/>
                  </a:cubicBezTo>
                  <a:close/>
                  <a:moveTo>
                    <a:pt x="952224" y="632298"/>
                  </a:moveTo>
                  <a:cubicBezTo>
                    <a:pt x="831390" y="609019"/>
                    <a:pt x="691410" y="579396"/>
                    <a:pt x="711537" y="419710"/>
                  </a:cubicBezTo>
                  <a:cubicBezTo>
                    <a:pt x="747703" y="442846"/>
                    <a:pt x="768201" y="484794"/>
                    <a:pt x="803643" y="512283"/>
                  </a:cubicBezTo>
                  <a:cubicBezTo>
                    <a:pt x="877862" y="569862"/>
                    <a:pt x="1016851" y="579892"/>
                    <a:pt x="1084440" y="509159"/>
                  </a:cubicBezTo>
                  <a:cubicBezTo>
                    <a:pt x="1062085" y="490738"/>
                    <a:pt x="1039959" y="482117"/>
                    <a:pt x="1023242" y="458762"/>
                  </a:cubicBezTo>
                  <a:cubicBezTo>
                    <a:pt x="1075858" y="416871"/>
                    <a:pt x="1196407" y="460524"/>
                    <a:pt x="1175556" y="347396"/>
                  </a:cubicBezTo>
                  <a:cubicBezTo>
                    <a:pt x="1133465" y="349120"/>
                    <a:pt x="1091489" y="357007"/>
                    <a:pt x="1049531" y="357397"/>
                  </a:cubicBezTo>
                  <a:cubicBezTo>
                    <a:pt x="1078040" y="323564"/>
                    <a:pt x="1121493" y="308829"/>
                    <a:pt x="1154963" y="279292"/>
                  </a:cubicBezTo>
                  <a:cubicBezTo>
                    <a:pt x="1183977" y="253689"/>
                    <a:pt x="1246794" y="122215"/>
                    <a:pt x="1164250" y="132531"/>
                  </a:cubicBezTo>
                  <a:cubicBezTo>
                    <a:pt x="1116540" y="138494"/>
                    <a:pt x="1065086" y="192929"/>
                    <a:pt x="1025776" y="218665"/>
                  </a:cubicBezTo>
                  <a:cubicBezTo>
                    <a:pt x="937070" y="276777"/>
                    <a:pt x="821912" y="321269"/>
                    <a:pt x="715947" y="294999"/>
                  </a:cubicBezTo>
                  <a:cubicBezTo>
                    <a:pt x="722814" y="286150"/>
                    <a:pt x="737111" y="273644"/>
                    <a:pt x="740140" y="262852"/>
                  </a:cubicBezTo>
                  <a:cubicBezTo>
                    <a:pt x="762095" y="184547"/>
                    <a:pt x="628898" y="95155"/>
                    <a:pt x="568728" y="75419"/>
                  </a:cubicBezTo>
                  <a:cubicBezTo>
                    <a:pt x="418938" y="26289"/>
                    <a:pt x="258442" y="119758"/>
                    <a:pt x="209340" y="266052"/>
                  </a:cubicBezTo>
                  <a:cubicBezTo>
                    <a:pt x="44739" y="756418"/>
                    <a:pt x="676380" y="1054027"/>
                    <a:pt x="952224" y="632298"/>
                  </a:cubicBezTo>
                  <a:close/>
                  <a:moveTo>
                    <a:pt x="346481" y="224076"/>
                  </a:moveTo>
                  <a:cubicBezTo>
                    <a:pt x="430444" y="200978"/>
                    <a:pt x="470506" y="333756"/>
                    <a:pt x="386086" y="357454"/>
                  </a:cubicBezTo>
                  <a:cubicBezTo>
                    <a:pt x="303181" y="380714"/>
                    <a:pt x="259918" y="247888"/>
                    <a:pt x="346481" y="2240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</a:ln>
          </p:spPr>
        </p:sp>
      </p:grpSp>
      <p:grpSp>
        <p:nvGrpSpPr>
          <p:cNvPr id="56" name="39_纸飞机"/>
          <p:cNvGrpSpPr/>
          <p:nvPr/>
        </p:nvGrpSpPr>
        <p:grpSpPr>
          <a:xfrm>
            <a:off x="3905250" y="6372225"/>
            <a:ext cx="1314450" cy="1009650"/>
            <a:chOff x="3905250" y="6372225"/>
            <a:chExt cx="1314450" cy="1009650"/>
          </a:xfrm>
        </p:grpSpPr>
        <p:sp>
          <p:nvSpPr>
            <p:cNvPr id="42" name="39_纸飞机_白色底">
              <a:extLst>
                <a:ext uri="{FF2B5EF4-FFF2-40B4-BE49-F238E27FC236}">
                  <a16:creationId xmlns:a16="http://schemas.microsoft.com/office/drawing/2014/main" id="{E5DD99BA-3ABC-40BC-B91C-97A325114387}"/>
                </a:ext>
              </a:extLst>
            </p:cNvPr>
            <p:cNvSpPr>
              <a:spLocks noGrp="1"/>
            </p:cNvSpPr>
            <p:nvPr/>
          </p:nvSpPr>
          <p:spPr>
            <a:xfrm>
              <a:off x="3905250" y="6372225"/>
              <a:ext cx="1314450" cy="1009650"/>
            </a:xfrm>
            <a:custGeom>
              <a:avLst/>
              <a:gdLst/>
              <a:ahLst/>
              <a:cxnLst/>
              <a:rect l="0" t="0" r="0" b="0"/>
              <a:pathLst>
                <a:path w="1314450" h="1009650">
                  <a:moveTo>
                    <a:pt x="1266825" y="0"/>
                  </a:moveTo>
                  <a:lnTo>
                    <a:pt x="1295400" y="0"/>
                  </a:lnTo>
                  <a:lnTo>
                    <a:pt x="1314450" y="38100"/>
                  </a:lnTo>
                  <a:lnTo>
                    <a:pt x="771525" y="1000125"/>
                  </a:lnTo>
                  <a:lnTo>
                    <a:pt x="733425" y="1009650"/>
                  </a:lnTo>
                  <a:lnTo>
                    <a:pt x="695325" y="971550"/>
                  </a:lnTo>
                  <a:lnTo>
                    <a:pt x="581025" y="800100"/>
                  </a:lnTo>
                  <a:lnTo>
                    <a:pt x="552450" y="800100"/>
                  </a:lnTo>
                  <a:lnTo>
                    <a:pt x="371475" y="952500"/>
                  </a:lnTo>
                  <a:lnTo>
                    <a:pt x="333375" y="952500"/>
                  </a:lnTo>
                  <a:lnTo>
                    <a:pt x="323850" y="561975"/>
                  </a:lnTo>
                  <a:lnTo>
                    <a:pt x="28575" y="361950"/>
                  </a:lnTo>
                  <a:lnTo>
                    <a:pt x="0" y="333375"/>
                  </a:lnTo>
                  <a:lnTo>
                    <a:pt x="9525" y="304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43" name="39_纸飞机_线条">
              <a:extLst>
                <a:ext uri="{FF2B5EF4-FFF2-40B4-BE49-F238E27FC236}">
                  <a16:creationId xmlns:a16="http://schemas.microsoft.com/office/drawing/2014/main" id="{85F9C345-FFAB-4593-A813-138BAD7DACEE}"/>
                </a:ext>
              </a:extLst>
            </p:cNvPr>
            <p:cNvSpPr>
              <a:spLocks noGrp="1"/>
            </p:cNvSpPr>
            <p:nvPr/>
          </p:nvSpPr>
          <p:spPr>
            <a:xfrm>
              <a:off x="3905250" y="6372225"/>
              <a:ext cx="1314450" cy="1009650"/>
            </a:xfrm>
            <a:custGeom>
              <a:avLst/>
              <a:gdLst/>
              <a:ahLst/>
              <a:cxnLst/>
              <a:rect l="0" t="0" r="0" b="0"/>
              <a:pathLst>
                <a:path w="1314450" h="1009650">
                  <a:moveTo>
                    <a:pt x="1266825" y="0"/>
                  </a:moveTo>
                  <a:lnTo>
                    <a:pt x="1295400" y="0"/>
                  </a:lnTo>
                  <a:lnTo>
                    <a:pt x="1314450" y="38100"/>
                  </a:lnTo>
                  <a:lnTo>
                    <a:pt x="771525" y="1000125"/>
                  </a:lnTo>
                  <a:lnTo>
                    <a:pt x="733425" y="1009650"/>
                  </a:lnTo>
                  <a:lnTo>
                    <a:pt x="695325" y="971550"/>
                  </a:lnTo>
                  <a:lnTo>
                    <a:pt x="581025" y="800100"/>
                  </a:lnTo>
                  <a:lnTo>
                    <a:pt x="552450" y="800100"/>
                  </a:lnTo>
                  <a:lnTo>
                    <a:pt x="371475" y="952500"/>
                  </a:lnTo>
                  <a:lnTo>
                    <a:pt x="333375" y="952500"/>
                  </a:lnTo>
                  <a:lnTo>
                    <a:pt x="323850" y="561975"/>
                  </a:lnTo>
                  <a:lnTo>
                    <a:pt x="28575" y="361950"/>
                  </a:lnTo>
                  <a:lnTo>
                    <a:pt x="0" y="333375"/>
                  </a:lnTo>
                  <a:lnTo>
                    <a:pt x="9525" y="304800"/>
                  </a:lnTo>
                  <a:close/>
                  <a:moveTo>
                    <a:pt x="1047750" y="123825"/>
                  </a:moveTo>
                  <a:lnTo>
                    <a:pt x="152400" y="333375"/>
                  </a:lnTo>
                  <a:lnTo>
                    <a:pt x="142875" y="352425"/>
                  </a:lnTo>
                  <a:lnTo>
                    <a:pt x="352425" y="504825"/>
                  </a:lnTo>
                  <a:lnTo>
                    <a:pt x="381000" y="504825"/>
                  </a:lnTo>
                  <a:lnTo>
                    <a:pt x="733425" y="323850"/>
                  </a:lnTo>
                  <a:lnTo>
                    <a:pt x="1047750" y="142875"/>
                  </a:lnTo>
                  <a:close/>
                  <a:moveTo>
                    <a:pt x="1152525" y="161925"/>
                  </a:moveTo>
                  <a:lnTo>
                    <a:pt x="533400" y="600075"/>
                  </a:lnTo>
                  <a:lnTo>
                    <a:pt x="552450" y="657225"/>
                  </a:lnTo>
                  <a:lnTo>
                    <a:pt x="733425" y="895350"/>
                  </a:lnTo>
                  <a:lnTo>
                    <a:pt x="828675" y="762000"/>
                  </a:lnTo>
                  <a:close/>
                  <a:moveTo>
                    <a:pt x="590550" y="476250"/>
                  </a:moveTo>
                  <a:lnTo>
                    <a:pt x="400050" y="571500"/>
                  </a:lnTo>
                  <a:lnTo>
                    <a:pt x="390525" y="685800"/>
                  </a:lnTo>
                  <a:lnTo>
                    <a:pt x="438150" y="581025"/>
                  </a:lnTo>
                  <a:close/>
                  <a:moveTo>
                    <a:pt x="485775" y="676275"/>
                  </a:moveTo>
                  <a:lnTo>
                    <a:pt x="466725" y="685800"/>
                  </a:lnTo>
                  <a:lnTo>
                    <a:pt x="438150" y="800100"/>
                  </a:lnTo>
                  <a:lnTo>
                    <a:pt x="523875" y="75247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</a:ln>
          </p:spPr>
        </p:sp>
      </p:grpSp>
      <p:sp>
        <p:nvSpPr>
          <p:cNvPr id="44" name="40_心形飞行轨迹">
            <a:extLst>
              <a:ext uri="{FF2B5EF4-FFF2-40B4-BE49-F238E27FC236}">
                <a16:creationId xmlns:a16="http://schemas.microsoft.com/office/drawing/2014/main" id="{8E3AD7C6-E7F7-45FF-B963-0AC7FA150B8A}"/>
              </a:ext>
            </a:extLst>
          </p:cNvPr>
          <p:cNvSpPr>
            <a:spLocks noGrp="1"/>
          </p:cNvSpPr>
          <p:nvPr/>
        </p:nvSpPr>
        <p:spPr>
          <a:xfrm>
            <a:off x="1819275" y="6724650"/>
            <a:ext cx="2266950" cy="657225"/>
          </a:xfrm>
          <a:custGeom>
            <a:avLst/>
            <a:gdLst/>
            <a:ahLst/>
            <a:cxnLst/>
            <a:rect l="0" t="0" r="0" b="0"/>
            <a:pathLst>
              <a:path w="2266950" h="657225">
                <a:moveTo>
                  <a:pt x="1039854" y="63094"/>
                </a:moveTo>
                <a:cubicBezTo>
                  <a:pt x="1065800" y="47777"/>
                  <a:pt x="1089441" y="30490"/>
                  <a:pt x="1119911" y="25222"/>
                </a:cubicBezTo>
                <a:cubicBezTo>
                  <a:pt x="1221219" y="7715"/>
                  <a:pt x="1262024" y="111985"/>
                  <a:pt x="1234650" y="194072"/>
                </a:cubicBezTo>
                <a:cubicBezTo>
                  <a:pt x="1205113" y="282635"/>
                  <a:pt x="1100214" y="351987"/>
                  <a:pt x="1028500" y="404555"/>
                </a:cubicBezTo>
                <a:cubicBezTo>
                  <a:pt x="1059694" y="453152"/>
                  <a:pt x="1114882" y="485080"/>
                  <a:pt x="1166984" y="509502"/>
                </a:cubicBezTo>
                <a:cubicBezTo>
                  <a:pt x="1390079" y="614096"/>
                  <a:pt x="1652197" y="585664"/>
                  <a:pt x="1874034" y="492328"/>
                </a:cubicBezTo>
                <a:cubicBezTo>
                  <a:pt x="1979428" y="447989"/>
                  <a:pt x="2078841" y="392982"/>
                  <a:pt x="2177101" y="334699"/>
                </a:cubicBezTo>
                <a:cubicBezTo>
                  <a:pt x="2199561" y="321374"/>
                  <a:pt x="2265826" y="287703"/>
                  <a:pt x="2264721" y="343529"/>
                </a:cubicBezTo>
                <a:cubicBezTo>
                  <a:pt x="2264140" y="373047"/>
                  <a:pt x="2220173" y="390411"/>
                  <a:pt x="2198722" y="402527"/>
                </a:cubicBezTo>
                <a:cubicBezTo>
                  <a:pt x="2126399" y="443360"/>
                  <a:pt x="2054971" y="485461"/>
                  <a:pt x="1980343" y="522056"/>
                </a:cubicBezTo>
                <a:cubicBezTo>
                  <a:pt x="1706661" y="656225"/>
                  <a:pt x="1360808" y="713937"/>
                  <a:pt x="1086898" y="548983"/>
                </a:cubicBezTo>
                <a:cubicBezTo>
                  <a:pt x="1043835" y="523046"/>
                  <a:pt x="1008812" y="488413"/>
                  <a:pt x="970693" y="456238"/>
                </a:cubicBezTo>
                <a:cubicBezTo>
                  <a:pt x="923344" y="481927"/>
                  <a:pt x="879386" y="514045"/>
                  <a:pt x="831094" y="538429"/>
                </a:cubicBezTo>
                <a:cubicBezTo>
                  <a:pt x="647081" y="631307"/>
                  <a:pt x="444227" y="663702"/>
                  <a:pt x="239763" y="650824"/>
                </a:cubicBezTo>
                <a:cubicBezTo>
                  <a:pt x="198987" y="648252"/>
                  <a:pt x="9458" y="640566"/>
                  <a:pt x="3219" y="597046"/>
                </a:cubicBezTo>
                <a:cubicBezTo>
                  <a:pt x="-2248" y="558860"/>
                  <a:pt x="41910" y="560175"/>
                  <a:pt x="66942" y="563328"/>
                </a:cubicBezTo>
                <a:cubicBezTo>
                  <a:pt x="151324" y="573977"/>
                  <a:pt x="237334" y="581530"/>
                  <a:pt x="322459" y="581015"/>
                </a:cubicBezTo>
                <a:cubicBezTo>
                  <a:pt x="532638" y="579749"/>
                  <a:pt x="748398" y="529676"/>
                  <a:pt x="920848" y="404698"/>
                </a:cubicBezTo>
                <a:cubicBezTo>
                  <a:pt x="860927" y="320716"/>
                  <a:pt x="802357" y="218103"/>
                  <a:pt x="816121" y="110433"/>
                </a:cubicBezTo>
                <a:cubicBezTo>
                  <a:pt x="833561" y="-25927"/>
                  <a:pt x="962673" y="-32318"/>
                  <a:pt x="1039854" y="63094"/>
                </a:cubicBezTo>
                <a:close/>
                <a:moveTo>
                  <a:pt x="978360" y="357969"/>
                </a:moveTo>
                <a:cubicBezTo>
                  <a:pt x="1025604" y="330298"/>
                  <a:pt x="1240784" y="162582"/>
                  <a:pt x="1160250" y="98993"/>
                </a:cubicBezTo>
                <a:cubicBezTo>
                  <a:pt x="1105500" y="55769"/>
                  <a:pt x="1067495" y="166573"/>
                  <a:pt x="1029500" y="165725"/>
                </a:cubicBezTo>
                <a:cubicBezTo>
                  <a:pt x="980456" y="164630"/>
                  <a:pt x="1000849" y="64484"/>
                  <a:pt x="931564" y="66046"/>
                </a:cubicBezTo>
                <a:cubicBezTo>
                  <a:pt x="809063" y="68809"/>
                  <a:pt x="935603" y="315354"/>
                  <a:pt x="978360" y="35796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5" name="41_音量柱_1">
            <a:extLst>
              <a:ext uri="{FF2B5EF4-FFF2-40B4-BE49-F238E27FC236}">
                <a16:creationId xmlns:a16="http://schemas.microsoft.com/office/drawing/2014/main" id="{C92E00B0-3D4E-46C4-A863-47C1A5B5EC36}"/>
              </a:ext>
            </a:extLst>
          </p:cNvPr>
          <p:cNvSpPr>
            <a:spLocks noGrp="1"/>
          </p:cNvSpPr>
          <p:nvPr/>
        </p:nvSpPr>
        <p:spPr>
          <a:xfrm>
            <a:off x="800100" y="7943850"/>
            <a:ext cx="247650" cy="266700"/>
          </a:xfrm>
          <a:custGeom>
            <a:avLst/>
            <a:gdLst/>
            <a:ahLst/>
            <a:cxnLst/>
            <a:rect l="0" t="0" r="0" b="0"/>
            <a:pathLst>
              <a:path w="247650" h="266700">
                <a:moveTo>
                  <a:pt x="18098" y="0"/>
                </a:moveTo>
                <a:lnTo>
                  <a:pt x="239078" y="0"/>
                </a:lnTo>
                <a:cubicBezTo>
                  <a:pt x="243812" y="0"/>
                  <a:pt x="247650" y="3838"/>
                  <a:pt x="247650" y="8573"/>
                </a:cubicBezTo>
                <a:lnTo>
                  <a:pt x="247650" y="86678"/>
                </a:lnTo>
                <a:cubicBezTo>
                  <a:pt x="247650" y="91412"/>
                  <a:pt x="243812" y="95250"/>
                  <a:pt x="239078" y="95250"/>
                </a:cubicBezTo>
                <a:lnTo>
                  <a:pt x="18098" y="95250"/>
                </a:lnTo>
                <a:cubicBezTo>
                  <a:pt x="13363" y="95250"/>
                  <a:pt x="9525" y="91412"/>
                  <a:pt x="9525" y="86678"/>
                </a:cubicBezTo>
                <a:lnTo>
                  <a:pt x="9525" y="8573"/>
                </a:lnTo>
                <a:cubicBezTo>
                  <a:pt x="9525" y="3838"/>
                  <a:pt x="13363" y="0"/>
                  <a:pt x="18098" y="0"/>
                </a:cubicBezTo>
                <a:close/>
                <a:moveTo>
                  <a:pt x="8573" y="123825"/>
                </a:moveTo>
                <a:lnTo>
                  <a:pt x="239078" y="123825"/>
                </a:lnTo>
                <a:cubicBezTo>
                  <a:pt x="243812" y="123825"/>
                  <a:pt x="247650" y="127663"/>
                  <a:pt x="247650" y="132398"/>
                </a:cubicBezTo>
                <a:lnTo>
                  <a:pt x="247650" y="258128"/>
                </a:lnTo>
                <a:cubicBezTo>
                  <a:pt x="247650" y="262862"/>
                  <a:pt x="243812" y="266700"/>
                  <a:pt x="239078" y="266700"/>
                </a:cubicBezTo>
                <a:lnTo>
                  <a:pt x="8573" y="266700"/>
                </a:lnTo>
                <a:cubicBezTo>
                  <a:pt x="3838" y="266700"/>
                  <a:pt x="0" y="262862"/>
                  <a:pt x="0" y="258128"/>
                </a:cubicBezTo>
                <a:lnTo>
                  <a:pt x="0" y="132398"/>
                </a:lnTo>
                <a:cubicBezTo>
                  <a:pt x="0" y="127663"/>
                  <a:pt x="3838" y="123825"/>
                  <a:pt x="8573" y="12382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6" name="42_音量柱_2">
            <a:extLst>
              <a:ext uri="{FF2B5EF4-FFF2-40B4-BE49-F238E27FC236}">
                <a16:creationId xmlns:a16="http://schemas.microsoft.com/office/drawing/2014/main" id="{D035C03E-4230-49FB-AAEA-F63B5838BB1E}"/>
              </a:ext>
            </a:extLst>
          </p:cNvPr>
          <p:cNvSpPr>
            <a:spLocks noGrp="1"/>
          </p:cNvSpPr>
          <p:nvPr/>
        </p:nvSpPr>
        <p:spPr>
          <a:xfrm>
            <a:off x="1123950" y="7753350"/>
            <a:ext cx="228600" cy="457200"/>
          </a:xfrm>
          <a:custGeom>
            <a:avLst/>
            <a:gdLst/>
            <a:ahLst/>
            <a:cxnLst/>
            <a:rect l="0" t="0" r="0" b="0"/>
            <a:pathLst>
              <a:path w="228600" h="457200">
                <a:moveTo>
                  <a:pt x="8573" y="0"/>
                </a:moveTo>
                <a:lnTo>
                  <a:pt x="220028" y="0"/>
                </a:lnTo>
                <a:cubicBezTo>
                  <a:pt x="224762" y="0"/>
                  <a:pt x="228600" y="3838"/>
                  <a:pt x="228600" y="8573"/>
                </a:cubicBezTo>
                <a:lnTo>
                  <a:pt x="228600" y="77153"/>
                </a:lnTo>
                <a:cubicBezTo>
                  <a:pt x="228600" y="81887"/>
                  <a:pt x="224762" y="85725"/>
                  <a:pt x="220028" y="85725"/>
                </a:cubicBezTo>
                <a:lnTo>
                  <a:pt x="8573" y="85725"/>
                </a:lnTo>
                <a:cubicBezTo>
                  <a:pt x="3838" y="85725"/>
                  <a:pt x="0" y="81887"/>
                  <a:pt x="0" y="77153"/>
                </a:cubicBezTo>
                <a:lnTo>
                  <a:pt x="0" y="8573"/>
                </a:lnTo>
                <a:cubicBezTo>
                  <a:pt x="0" y="3838"/>
                  <a:pt x="3838" y="0"/>
                  <a:pt x="8573" y="0"/>
                </a:cubicBezTo>
                <a:close/>
                <a:moveTo>
                  <a:pt x="8573" y="114300"/>
                </a:moveTo>
                <a:lnTo>
                  <a:pt x="220028" y="114300"/>
                </a:lnTo>
                <a:cubicBezTo>
                  <a:pt x="224762" y="114300"/>
                  <a:pt x="228600" y="118138"/>
                  <a:pt x="228600" y="122873"/>
                </a:cubicBezTo>
                <a:lnTo>
                  <a:pt x="228600" y="448628"/>
                </a:lnTo>
                <a:cubicBezTo>
                  <a:pt x="228600" y="453362"/>
                  <a:pt x="224762" y="457200"/>
                  <a:pt x="220028" y="457200"/>
                </a:cubicBezTo>
                <a:lnTo>
                  <a:pt x="8573" y="457200"/>
                </a:lnTo>
                <a:cubicBezTo>
                  <a:pt x="3838" y="457200"/>
                  <a:pt x="0" y="453362"/>
                  <a:pt x="0" y="448628"/>
                </a:cubicBezTo>
                <a:lnTo>
                  <a:pt x="0" y="122873"/>
                </a:lnTo>
                <a:cubicBezTo>
                  <a:pt x="0" y="118138"/>
                  <a:pt x="3838" y="114300"/>
                  <a:pt x="8573" y="1143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7" name="43_音量柱_3">
            <a:extLst>
              <a:ext uri="{FF2B5EF4-FFF2-40B4-BE49-F238E27FC236}">
                <a16:creationId xmlns:a16="http://schemas.microsoft.com/office/drawing/2014/main" id="{BB2D1483-1065-43ED-AAE6-53DE63E77347}"/>
              </a:ext>
            </a:extLst>
          </p:cNvPr>
          <p:cNvSpPr>
            <a:spLocks noGrp="1"/>
          </p:cNvSpPr>
          <p:nvPr/>
        </p:nvSpPr>
        <p:spPr>
          <a:xfrm>
            <a:off x="1428750" y="7534275"/>
            <a:ext cx="228600" cy="676275"/>
          </a:xfrm>
          <a:custGeom>
            <a:avLst/>
            <a:gdLst/>
            <a:ahLst/>
            <a:cxnLst/>
            <a:rect l="0" t="0" r="0" b="0"/>
            <a:pathLst>
              <a:path w="228600" h="676275">
                <a:moveTo>
                  <a:pt x="8573" y="0"/>
                </a:moveTo>
                <a:lnTo>
                  <a:pt x="220028" y="0"/>
                </a:lnTo>
                <a:cubicBezTo>
                  <a:pt x="224762" y="0"/>
                  <a:pt x="228600" y="3838"/>
                  <a:pt x="228600" y="8573"/>
                </a:cubicBezTo>
                <a:lnTo>
                  <a:pt x="228600" y="86678"/>
                </a:lnTo>
                <a:cubicBezTo>
                  <a:pt x="228600" y="91412"/>
                  <a:pt x="224762" y="95250"/>
                  <a:pt x="220028" y="95250"/>
                </a:cubicBezTo>
                <a:lnTo>
                  <a:pt x="8573" y="95250"/>
                </a:lnTo>
                <a:cubicBezTo>
                  <a:pt x="3838" y="95250"/>
                  <a:pt x="0" y="91412"/>
                  <a:pt x="0" y="86678"/>
                </a:cubicBezTo>
                <a:lnTo>
                  <a:pt x="0" y="8573"/>
                </a:lnTo>
                <a:cubicBezTo>
                  <a:pt x="0" y="3838"/>
                  <a:pt x="3838" y="0"/>
                  <a:pt x="8573" y="0"/>
                </a:cubicBezTo>
                <a:close/>
                <a:moveTo>
                  <a:pt x="8573" y="123825"/>
                </a:moveTo>
                <a:lnTo>
                  <a:pt x="220028" y="123825"/>
                </a:lnTo>
                <a:cubicBezTo>
                  <a:pt x="224762" y="123825"/>
                  <a:pt x="228600" y="127663"/>
                  <a:pt x="228600" y="132398"/>
                </a:cubicBezTo>
                <a:lnTo>
                  <a:pt x="228600" y="667703"/>
                </a:lnTo>
                <a:cubicBezTo>
                  <a:pt x="228600" y="672437"/>
                  <a:pt x="224762" y="676275"/>
                  <a:pt x="220028" y="676275"/>
                </a:cubicBezTo>
                <a:lnTo>
                  <a:pt x="8573" y="676275"/>
                </a:lnTo>
                <a:cubicBezTo>
                  <a:pt x="3838" y="676275"/>
                  <a:pt x="0" y="672437"/>
                  <a:pt x="0" y="667703"/>
                </a:cubicBezTo>
                <a:lnTo>
                  <a:pt x="0" y="132398"/>
                </a:lnTo>
                <a:cubicBezTo>
                  <a:pt x="0" y="127663"/>
                  <a:pt x="3838" y="123825"/>
                  <a:pt x="8573" y="12382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8" name="44_音量柱_4">
            <a:extLst>
              <a:ext uri="{FF2B5EF4-FFF2-40B4-BE49-F238E27FC236}">
                <a16:creationId xmlns:a16="http://schemas.microsoft.com/office/drawing/2014/main" id="{D2F17F23-35A0-40F6-9F21-E1596AC1B20A}"/>
              </a:ext>
            </a:extLst>
          </p:cNvPr>
          <p:cNvSpPr>
            <a:spLocks noGrp="1"/>
          </p:cNvSpPr>
          <p:nvPr/>
        </p:nvSpPr>
        <p:spPr>
          <a:xfrm>
            <a:off x="1724025" y="7848600"/>
            <a:ext cx="238125" cy="361950"/>
          </a:xfrm>
          <a:custGeom>
            <a:avLst/>
            <a:gdLst/>
            <a:ahLst/>
            <a:cxnLst/>
            <a:rect l="0" t="0" r="0" b="0"/>
            <a:pathLst>
              <a:path w="238125" h="361950">
                <a:moveTo>
                  <a:pt x="8573" y="0"/>
                </a:moveTo>
                <a:lnTo>
                  <a:pt x="229553" y="0"/>
                </a:lnTo>
                <a:cubicBezTo>
                  <a:pt x="234287" y="0"/>
                  <a:pt x="238125" y="3838"/>
                  <a:pt x="238125" y="8573"/>
                </a:cubicBezTo>
                <a:lnTo>
                  <a:pt x="238125" y="77153"/>
                </a:lnTo>
                <a:cubicBezTo>
                  <a:pt x="238125" y="81887"/>
                  <a:pt x="234287" y="85725"/>
                  <a:pt x="229553" y="85725"/>
                </a:cubicBezTo>
                <a:lnTo>
                  <a:pt x="8573" y="85725"/>
                </a:lnTo>
                <a:cubicBezTo>
                  <a:pt x="3838" y="85725"/>
                  <a:pt x="0" y="81887"/>
                  <a:pt x="0" y="77153"/>
                </a:cubicBezTo>
                <a:lnTo>
                  <a:pt x="0" y="8573"/>
                </a:lnTo>
                <a:cubicBezTo>
                  <a:pt x="0" y="3838"/>
                  <a:pt x="3838" y="0"/>
                  <a:pt x="8573" y="0"/>
                </a:cubicBezTo>
                <a:close/>
                <a:moveTo>
                  <a:pt x="8573" y="104775"/>
                </a:moveTo>
                <a:lnTo>
                  <a:pt x="229553" y="104775"/>
                </a:lnTo>
                <a:cubicBezTo>
                  <a:pt x="234287" y="104775"/>
                  <a:pt x="238125" y="108613"/>
                  <a:pt x="238125" y="113348"/>
                </a:cubicBezTo>
                <a:lnTo>
                  <a:pt x="238125" y="181928"/>
                </a:lnTo>
                <a:cubicBezTo>
                  <a:pt x="238125" y="186662"/>
                  <a:pt x="234287" y="190500"/>
                  <a:pt x="229553" y="190500"/>
                </a:cubicBezTo>
                <a:lnTo>
                  <a:pt x="8573" y="190500"/>
                </a:lnTo>
                <a:cubicBezTo>
                  <a:pt x="3838" y="190500"/>
                  <a:pt x="0" y="186662"/>
                  <a:pt x="0" y="181928"/>
                </a:cubicBezTo>
                <a:lnTo>
                  <a:pt x="0" y="113348"/>
                </a:lnTo>
                <a:cubicBezTo>
                  <a:pt x="0" y="108613"/>
                  <a:pt x="3838" y="104775"/>
                  <a:pt x="8573" y="104775"/>
                </a:cubicBezTo>
                <a:close/>
                <a:moveTo>
                  <a:pt x="8573" y="219075"/>
                </a:moveTo>
                <a:lnTo>
                  <a:pt x="229553" y="219075"/>
                </a:lnTo>
                <a:cubicBezTo>
                  <a:pt x="234287" y="219075"/>
                  <a:pt x="238125" y="222913"/>
                  <a:pt x="238125" y="227648"/>
                </a:cubicBezTo>
                <a:lnTo>
                  <a:pt x="238125" y="353378"/>
                </a:lnTo>
                <a:cubicBezTo>
                  <a:pt x="238125" y="358112"/>
                  <a:pt x="234287" y="361950"/>
                  <a:pt x="229553" y="361950"/>
                </a:cubicBezTo>
                <a:lnTo>
                  <a:pt x="8573" y="361950"/>
                </a:lnTo>
                <a:cubicBezTo>
                  <a:pt x="3838" y="361950"/>
                  <a:pt x="0" y="358112"/>
                  <a:pt x="0" y="353378"/>
                </a:cubicBezTo>
                <a:lnTo>
                  <a:pt x="0" y="227648"/>
                </a:lnTo>
                <a:cubicBezTo>
                  <a:pt x="0" y="222913"/>
                  <a:pt x="3838" y="219075"/>
                  <a:pt x="8573" y="21907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9" name="45_音量柱_5">
            <a:extLst>
              <a:ext uri="{FF2B5EF4-FFF2-40B4-BE49-F238E27FC236}">
                <a16:creationId xmlns:a16="http://schemas.microsoft.com/office/drawing/2014/main" id="{7BD1866E-DC33-40B4-A4DA-FD5CBC48C286}"/>
              </a:ext>
            </a:extLst>
          </p:cNvPr>
          <p:cNvSpPr>
            <a:spLocks noGrp="1"/>
          </p:cNvSpPr>
          <p:nvPr/>
        </p:nvSpPr>
        <p:spPr>
          <a:xfrm>
            <a:off x="2028825" y="7943850"/>
            <a:ext cx="238125" cy="266700"/>
          </a:xfrm>
          <a:custGeom>
            <a:avLst/>
            <a:gdLst/>
            <a:ahLst/>
            <a:cxnLst/>
            <a:rect l="0" t="0" r="0" b="0"/>
            <a:pathLst>
              <a:path w="238125" h="266700">
                <a:moveTo>
                  <a:pt x="18098" y="0"/>
                </a:moveTo>
                <a:lnTo>
                  <a:pt x="229553" y="0"/>
                </a:lnTo>
                <a:cubicBezTo>
                  <a:pt x="234287" y="0"/>
                  <a:pt x="238125" y="3838"/>
                  <a:pt x="238125" y="8573"/>
                </a:cubicBezTo>
                <a:lnTo>
                  <a:pt x="238125" y="86678"/>
                </a:lnTo>
                <a:cubicBezTo>
                  <a:pt x="238125" y="91412"/>
                  <a:pt x="234287" y="95250"/>
                  <a:pt x="229553" y="95250"/>
                </a:cubicBezTo>
                <a:lnTo>
                  <a:pt x="18098" y="95250"/>
                </a:lnTo>
                <a:cubicBezTo>
                  <a:pt x="13363" y="95250"/>
                  <a:pt x="9525" y="91412"/>
                  <a:pt x="9525" y="86678"/>
                </a:cubicBezTo>
                <a:lnTo>
                  <a:pt x="9525" y="8573"/>
                </a:lnTo>
                <a:cubicBezTo>
                  <a:pt x="9525" y="3838"/>
                  <a:pt x="13363" y="0"/>
                  <a:pt x="18098" y="0"/>
                </a:cubicBezTo>
                <a:close/>
                <a:moveTo>
                  <a:pt x="8573" y="123825"/>
                </a:moveTo>
                <a:lnTo>
                  <a:pt x="229553" y="123825"/>
                </a:lnTo>
                <a:cubicBezTo>
                  <a:pt x="234287" y="123825"/>
                  <a:pt x="238125" y="127663"/>
                  <a:pt x="238125" y="132398"/>
                </a:cubicBezTo>
                <a:lnTo>
                  <a:pt x="238125" y="258128"/>
                </a:lnTo>
                <a:cubicBezTo>
                  <a:pt x="238125" y="262862"/>
                  <a:pt x="234287" y="266700"/>
                  <a:pt x="229553" y="266700"/>
                </a:cubicBezTo>
                <a:lnTo>
                  <a:pt x="8573" y="266700"/>
                </a:lnTo>
                <a:cubicBezTo>
                  <a:pt x="3838" y="266700"/>
                  <a:pt x="0" y="262862"/>
                  <a:pt x="0" y="258128"/>
                </a:cubicBezTo>
                <a:lnTo>
                  <a:pt x="0" y="132398"/>
                </a:lnTo>
                <a:cubicBezTo>
                  <a:pt x="0" y="127663"/>
                  <a:pt x="3838" y="123825"/>
                  <a:pt x="8573" y="12382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0" name="46_音量柱_6">
            <a:extLst>
              <a:ext uri="{FF2B5EF4-FFF2-40B4-BE49-F238E27FC236}">
                <a16:creationId xmlns:a16="http://schemas.microsoft.com/office/drawing/2014/main" id="{4A9EA897-C5BE-4400-8105-ECEF3797FA48}"/>
              </a:ext>
            </a:extLst>
          </p:cNvPr>
          <p:cNvSpPr>
            <a:spLocks noGrp="1"/>
          </p:cNvSpPr>
          <p:nvPr/>
        </p:nvSpPr>
        <p:spPr>
          <a:xfrm>
            <a:off x="2324100" y="7648575"/>
            <a:ext cx="238125" cy="561975"/>
          </a:xfrm>
          <a:custGeom>
            <a:avLst/>
            <a:gdLst/>
            <a:ahLst/>
            <a:cxnLst/>
            <a:rect l="0" t="0" r="0" b="0"/>
            <a:pathLst>
              <a:path w="238125" h="561975">
                <a:moveTo>
                  <a:pt x="8573" y="0"/>
                </a:moveTo>
                <a:lnTo>
                  <a:pt x="229553" y="0"/>
                </a:lnTo>
                <a:cubicBezTo>
                  <a:pt x="234287" y="0"/>
                  <a:pt x="238125" y="3838"/>
                  <a:pt x="238125" y="8573"/>
                </a:cubicBezTo>
                <a:lnTo>
                  <a:pt x="238125" y="86678"/>
                </a:lnTo>
                <a:cubicBezTo>
                  <a:pt x="238125" y="91412"/>
                  <a:pt x="234287" y="95250"/>
                  <a:pt x="229553" y="95250"/>
                </a:cubicBezTo>
                <a:lnTo>
                  <a:pt x="8573" y="95250"/>
                </a:lnTo>
                <a:cubicBezTo>
                  <a:pt x="3838" y="95250"/>
                  <a:pt x="0" y="91412"/>
                  <a:pt x="0" y="86678"/>
                </a:cubicBezTo>
                <a:lnTo>
                  <a:pt x="0" y="8573"/>
                </a:lnTo>
                <a:cubicBezTo>
                  <a:pt x="0" y="3838"/>
                  <a:pt x="3838" y="0"/>
                  <a:pt x="8573" y="0"/>
                </a:cubicBezTo>
                <a:close/>
                <a:moveTo>
                  <a:pt x="8573" y="114300"/>
                </a:moveTo>
                <a:lnTo>
                  <a:pt x="229553" y="114300"/>
                </a:lnTo>
                <a:cubicBezTo>
                  <a:pt x="234287" y="114300"/>
                  <a:pt x="238125" y="118138"/>
                  <a:pt x="238125" y="122873"/>
                </a:cubicBezTo>
                <a:lnTo>
                  <a:pt x="238125" y="181928"/>
                </a:lnTo>
                <a:cubicBezTo>
                  <a:pt x="238125" y="186662"/>
                  <a:pt x="234287" y="190500"/>
                  <a:pt x="229553" y="190500"/>
                </a:cubicBezTo>
                <a:lnTo>
                  <a:pt x="8573" y="190500"/>
                </a:lnTo>
                <a:cubicBezTo>
                  <a:pt x="3838" y="190500"/>
                  <a:pt x="0" y="186662"/>
                  <a:pt x="0" y="181928"/>
                </a:cubicBezTo>
                <a:lnTo>
                  <a:pt x="0" y="122873"/>
                </a:lnTo>
                <a:cubicBezTo>
                  <a:pt x="0" y="118138"/>
                  <a:pt x="3838" y="114300"/>
                  <a:pt x="8573" y="114300"/>
                </a:cubicBezTo>
                <a:close/>
                <a:moveTo>
                  <a:pt x="8573" y="219075"/>
                </a:moveTo>
                <a:lnTo>
                  <a:pt x="220028" y="219075"/>
                </a:lnTo>
                <a:cubicBezTo>
                  <a:pt x="224762" y="219075"/>
                  <a:pt x="228600" y="222913"/>
                  <a:pt x="228600" y="227648"/>
                </a:cubicBezTo>
                <a:lnTo>
                  <a:pt x="228600" y="553403"/>
                </a:lnTo>
                <a:cubicBezTo>
                  <a:pt x="228600" y="558137"/>
                  <a:pt x="224762" y="561975"/>
                  <a:pt x="220028" y="561975"/>
                </a:cubicBezTo>
                <a:lnTo>
                  <a:pt x="8573" y="561975"/>
                </a:lnTo>
                <a:cubicBezTo>
                  <a:pt x="3838" y="561975"/>
                  <a:pt x="0" y="558137"/>
                  <a:pt x="0" y="553403"/>
                </a:cubicBezTo>
                <a:lnTo>
                  <a:pt x="0" y="227648"/>
                </a:lnTo>
                <a:cubicBezTo>
                  <a:pt x="0" y="222913"/>
                  <a:pt x="3838" y="219075"/>
                  <a:pt x="8573" y="21907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1" name="47_音量柱_7">
            <a:extLst>
              <a:ext uri="{FF2B5EF4-FFF2-40B4-BE49-F238E27FC236}">
                <a16:creationId xmlns:a16="http://schemas.microsoft.com/office/drawing/2014/main" id="{6446B9C9-68FA-4508-879B-8A827FE1B977}"/>
              </a:ext>
            </a:extLst>
          </p:cNvPr>
          <p:cNvSpPr>
            <a:spLocks noGrp="1"/>
          </p:cNvSpPr>
          <p:nvPr/>
        </p:nvSpPr>
        <p:spPr>
          <a:xfrm>
            <a:off x="2628900" y="7943850"/>
            <a:ext cx="228600" cy="266700"/>
          </a:xfrm>
          <a:custGeom>
            <a:avLst/>
            <a:gdLst/>
            <a:ahLst/>
            <a:cxnLst/>
            <a:rect l="0" t="0" r="0" b="0"/>
            <a:pathLst>
              <a:path w="228600" h="266700">
                <a:moveTo>
                  <a:pt x="8573" y="0"/>
                </a:moveTo>
                <a:lnTo>
                  <a:pt x="220028" y="0"/>
                </a:lnTo>
                <a:cubicBezTo>
                  <a:pt x="224762" y="0"/>
                  <a:pt x="228600" y="3838"/>
                  <a:pt x="228600" y="8573"/>
                </a:cubicBezTo>
                <a:lnTo>
                  <a:pt x="228600" y="86678"/>
                </a:lnTo>
                <a:cubicBezTo>
                  <a:pt x="228600" y="91412"/>
                  <a:pt x="224762" y="95250"/>
                  <a:pt x="220028" y="95250"/>
                </a:cubicBezTo>
                <a:lnTo>
                  <a:pt x="8573" y="95250"/>
                </a:lnTo>
                <a:cubicBezTo>
                  <a:pt x="3838" y="95250"/>
                  <a:pt x="0" y="91412"/>
                  <a:pt x="0" y="86678"/>
                </a:cubicBezTo>
                <a:lnTo>
                  <a:pt x="0" y="8573"/>
                </a:lnTo>
                <a:cubicBezTo>
                  <a:pt x="0" y="3838"/>
                  <a:pt x="3838" y="0"/>
                  <a:pt x="8573" y="0"/>
                </a:cubicBezTo>
                <a:close/>
                <a:moveTo>
                  <a:pt x="8573" y="123825"/>
                </a:moveTo>
                <a:lnTo>
                  <a:pt x="220028" y="123825"/>
                </a:lnTo>
                <a:cubicBezTo>
                  <a:pt x="224762" y="123825"/>
                  <a:pt x="228600" y="127663"/>
                  <a:pt x="228600" y="132398"/>
                </a:cubicBezTo>
                <a:lnTo>
                  <a:pt x="228600" y="258128"/>
                </a:lnTo>
                <a:cubicBezTo>
                  <a:pt x="228600" y="262862"/>
                  <a:pt x="224762" y="266700"/>
                  <a:pt x="220028" y="266700"/>
                </a:cubicBezTo>
                <a:lnTo>
                  <a:pt x="8573" y="266700"/>
                </a:lnTo>
                <a:cubicBezTo>
                  <a:pt x="3838" y="266700"/>
                  <a:pt x="0" y="262862"/>
                  <a:pt x="0" y="258128"/>
                </a:cubicBezTo>
                <a:lnTo>
                  <a:pt x="0" y="132398"/>
                </a:lnTo>
                <a:cubicBezTo>
                  <a:pt x="0" y="127663"/>
                  <a:pt x="3838" y="123825"/>
                  <a:pt x="8573" y="12382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10636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DocSecurity>0</DocSecurity>
  <PresentationFormat>自定义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Aptos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yushuo hou</cp:lastModifiedBy>
  <cp:revision>2</cp:revision>
  <dcterms:created xsi:type="dcterms:W3CDTF">2026-10-16T13:07:25Z</dcterms:created>
  <dcterms:modified xsi:type="dcterms:W3CDTF">2026-10-16T13:11:49Z</dcterms:modified>
</cp:coreProperties>
</file>